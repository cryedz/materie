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354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311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12" r:id="rId35"/>
    <p:sldId id="313" r:id="rId36"/>
    <p:sldId id="314" r:id="rId37"/>
    <p:sldId id="315" r:id="rId38"/>
    <p:sldId id="316" r:id="rId39"/>
    <p:sldId id="317" r:id="rId40"/>
    <p:sldId id="318" r:id="rId41"/>
    <p:sldId id="319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o 2" id="{002B7F13-D6B6-4381-8E48-7DE6F2E50760}">
          <p14:sldIdLst>
            <p14:sldId id="354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311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B43044-DAE0-49F6-81F8-CDA1D26B5D98}" v="16" dt="2026-02-18T16:10:48.1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21" autoAdjust="0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vembre Matteo" userId="437dbab0-cd7d-4665-9647-10d1fd490981" providerId="ADAL" clId="{91B3E30A-C5F4-46D0-B01E-FB65EC075246}"/>
    <pc:docChg chg="undo custSel addSld delSld modSld sldOrd addSection delSection modSection">
      <pc:chgData name="Novembre Matteo" userId="437dbab0-cd7d-4665-9647-10d1fd490981" providerId="ADAL" clId="{91B3E30A-C5F4-46D0-B01E-FB65EC075246}" dt="2026-02-18T16:38:40.024" v="525" actId="20577"/>
      <pc:docMkLst>
        <pc:docMk/>
      </pc:docMkLst>
      <pc:sldChg chg="modSp del mod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256"/>
        </pc:sldMkLst>
      </pc:sldChg>
      <pc:sldChg chg="modSp del mod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257"/>
        </pc:sldMkLst>
      </pc:sldChg>
      <pc:sldChg chg="modSp del mod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258"/>
        </pc:sldMkLst>
      </pc:sldChg>
      <pc:sldChg chg="del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259"/>
        </pc:sldMkLst>
      </pc:sldChg>
      <pc:sldChg chg="del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260"/>
        </pc:sldMkLst>
      </pc:sldChg>
      <pc:sldChg chg="addSp modSp del mod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261"/>
        </pc:sldMkLst>
      </pc:sldChg>
      <pc:sldChg chg="modSp del mod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262"/>
        </pc:sldMkLst>
      </pc:sldChg>
      <pc:sldChg chg="del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263"/>
        </pc:sldMkLst>
      </pc:sldChg>
      <pc:sldChg chg="del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264"/>
        </pc:sldMkLst>
      </pc:sldChg>
      <pc:sldChg chg="modSp del mod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265"/>
        </pc:sldMkLst>
      </pc:sldChg>
      <pc:sldChg chg="del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266"/>
        </pc:sldMkLst>
      </pc:sldChg>
      <pc:sldChg chg="del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267"/>
        </pc:sldMkLst>
      </pc:sldChg>
      <pc:sldChg chg="del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268"/>
        </pc:sldMkLst>
      </pc:sldChg>
      <pc:sldChg chg="del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269"/>
        </pc:sldMkLst>
      </pc:sldChg>
      <pc:sldChg chg="del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270"/>
        </pc:sldMkLst>
      </pc:sldChg>
      <pc:sldChg chg="del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271"/>
        </pc:sldMkLst>
      </pc:sldChg>
      <pc:sldChg chg="del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272"/>
        </pc:sldMkLst>
      </pc:sldChg>
      <pc:sldChg chg="del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273"/>
        </pc:sldMkLst>
      </pc:sldChg>
      <pc:sldChg chg="modSp mod">
        <pc:chgData name="Novembre Matteo" userId="437dbab0-cd7d-4665-9647-10d1fd490981" providerId="ADAL" clId="{91B3E30A-C5F4-46D0-B01E-FB65EC075246}" dt="2026-02-08T11:14:23.505" v="169" actId="1076"/>
        <pc:sldMkLst>
          <pc:docMk/>
          <pc:sldMk cId="0" sldId="274"/>
        </pc:sldMkLst>
        <pc:spChg chg="mod">
          <ac:chgData name="Novembre Matteo" userId="437dbab0-cd7d-4665-9647-10d1fd490981" providerId="ADAL" clId="{91B3E30A-C5F4-46D0-B01E-FB65EC075246}" dt="2026-02-08T11:13:53.489" v="163" actId="1076"/>
          <ac:spMkLst>
            <pc:docMk/>
            <pc:sldMk cId="0" sldId="274"/>
            <ac:spMk id="40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14:05.192" v="166" actId="14100"/>
          <ac:spMkLst>
            <pc:docMk/>
            <pc:sldMk cId="0" sldId="274"/>
            <ac:spMk id="43" creationId="{00000000-0000-0000-0000-000000000000}"/>
          </ac:spMkLst>
        </pc:spChg>
        <pc:picChg chg="mod">
          <ac:chgData name="Novembre Matteo" userId="437dbab0-cd7d-4665-9647-10d1fd490981" providerId="ADAL" clId="{91B3E30A-C5F4-46D0-B01E-FB65EC075246}" dt="2026-02-08T11:14:16.255" v="168" actId="14100"/>
          <ac:picMkLst>
            <pc:docMk/>
            <pc:sldMk cId="0" sldId="274"/>
            <ac:picMk id="34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4:01.034" v="165" actId="14100"/>
          <ac:picMkLst>
            <pc:docMk/>
            <pc:sldMk cId="0" sldId="274"/>
            <ac:picMk id="42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4:23.505" v="169" actId="1076"/>
          <ac:picMkLst>
            <pc:docMk/>
            <pc:sldMk cId="0" sldId="274"/>
            <ac:picMk id="46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4:09.651" v="167" actId="1076"/>
          <ac:picMkLst>
            <pc:docMk/>
            <pc:sldMk cId="0" sldId="274"/>
            <ac:picMk id="48" creationId="{00000000-0000-0000-0000-000000000000}"/>
          </ac:picMkLst>
        </pc:picChg>
      </pc:sldChg>
      <pc:sldChg chg="modAnim">
        <pc:chgData name="Novembre Matteo" userId="437dbab0-cd7d-4665-9647-10d1fd490981" providerId="ADAL" clId="{91B3E30A-C5F4-46D0-B01E-FB65EC075246}" dt="2026-02-09T16:59:50.975" v="250"/>
        <pc:sldMkLst>
          <pc:docMk/>
          <pc:sldMk cId="0" sldId="277"/>
        </pc:sldMkLst>
      </pc:sldChg>
      <pc:sldChg chg="modSp mod">
        <pc:chgData name="Novembre Matteo" userId="437dbab0-cd7d-4665-9647-10d1fd490981" providerId="ADAL" clId="{91B3E30A-C5F4-46D0-B01E-FB65EC075246}" dt="2026-02-08T11:17:48.153" v="173" actId="1076"/>
        <pc:sldMkLst>
          <pc:docMk/>
          <pc:sldMk cId="0" sldId="281"/>
        </pc:sldMkLst>
        <pc:spChg chg="mod">
          <ac:chgData name="Novembre Matteo" userId="437dbab0-cd7d-4665-9647-10d1fd490981" providerId="ADAL" clId="{91B3E30A-C5F4-46D0-B01E-FB65EC075246}" dt="2026-02-08T11:17:31.704" v="170" actId="1076"/>
          <ac:spMkLst>
            <pc:docMk/>
            <pc:sldMk cId="0" sldId="281"/>
            <ac:spMk id="57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17:36.899" v="171" actId="1076"/>
          <ac:spMkLst>
            <pc:docMk/>
            <pc:sldMk cId="0" sldId="281"/>
            <ac:spMk id="65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17:41.126" v="172" actId="1076"/>
          <ac:spMkLst>
            <pc:docMk/>
            <pc:sldMk cId="0" sldId="281"/>
            <ac:spMk id="73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17:48.153" v="173" actId="1076"/>
          <ac:spMkLst>
            <pc:docMk/>
            <pc:sldMk cId="0" sldId="281"/>
            <ac:spMk id="81" creationId="{00000000-0000-0000-0000-000000000000}"/>
          </ac:spMkLst>
        </pc:spChg>
      </pc:sldChg>
      <pc:sldChg chg="modSp mod">
        <pc:chgData name="Novembre Matteo" userId="437dbab0-cd7d-4665-9647-10d1fd490981" providerId="ADAL" clId="{91B3E30A-C5F4-46D0-B01E-FB65EC075246}" dt="2026-02-08T11:18:20.451" v="180" actId="1076"/>
        <pc:sldMkLst>
          <pc:docMk/>
          <pc:sldMk cId="0" sldId="283"/>
        </pc:sldMkLst>
        <pc:spChg chg="mod">
          <ac:chgData name="Novembre Matteo" userId="437dbab0-cd7d-4665-9647-10d1fd490981" providerId="ADAL" clId="{91B3E30A-C5F4-46D0-B01E-FB65EC075246}" dt="2026-02-08T11:18:06.945" v="175" actId="1076"/>
          <ac:spMkLst>
            <pc:docMk/>
            <pc:sldMk cId="0" sldId="283"/>
            <ac:spMk id="9" creationId="{00000000-0000-0000-0000-000000000000}"/>
          </ac:spMkLst>
        </pc:spChg>
        <pc:picChg chg="mod">
          <ac:chgData name="Novembre Matteo" userId="437dbab0-cd7d-4665-9647-10d1fd490981" providerId="ADAL" clId="{91B3E30A-C5F4-46D0-B01E-FB65EC075246}" dt="2026-02-08T11:18:10.527" v="177" actId="1076"/>
          <ac:picMkLst>
            <pc:docMk/>
            <pc:sldMk cId="0" sldId="283"/>
            <ac:picMk id="10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8:14.064" v="178" actId="1076"/>
          <ac:picMkLst>
            <pc:docMk/>
            <pc:sldMk cId="0" sldId="283"/>
            <ac:picMk id="16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8:17.110" v="179" actId="1076"/>
          <ac:picMkLst>
            <pc:docMk/>
            <pc:sldMk cId="0" sldId="283"/>
            <ac:picMk id="22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8:20.451" v="180" actId="1076"/>
          <ac:picMkLst>
            <pc:docMk/>
            <pc:sldMk cId="0" sldId="283"/>
            <ac:picMk id="28" creationId="{00000000-0000-0000-0000-000000000000}"/>
          </ac:picMkLst>
        </pc:picChg>
      </pc:sldChg>
      <pc:sldChg chg="modSp mod modAnim">
        <pc:chgData name="Novembre Matteo" userId="437dbab0-cd7d-4665-9647-10d1fd490981" providerId="ADAL" clId="{91B3E30A-C5F4-46D0-B01E-FB65EC075246}" dt="2026-02-09T16:59:36.785" v="247"/>
        <pc:sldMkLst>
          <pc:docMk/>
          <pc:sldMk cId="0" sldId="284"/>
        </pc:sldMkLst>
        <pc:spChg chg="mod">
          <ac:chgData name="Novembre Matteo" userId="437dbab0-cd7d-4665-9647-10d1fd490981" providerId="ADAL" clId="{91B3E30A-C5F4-46D0-B01E-FB65EC075246}" dt="2026-02-08T15:24:54.289" v="192" actId="20577"/>
          <ac:spMkLst>
            <pc:docMk/>
            <pc:sldMk cId="0" sldId="284"/>
            <ac:spMk id="8" creationId="{00000000-0000-0000-0000-000000000000}"/>
          </ac:spMkLst>
        </pc:spChg>
      </pc:sldChg>
      <pc:sldChg chg="addSp modSp mod modAnim">
        <pc:chgData name="Novembre Matteo" userId="437dbab0-cd7d-4665-9647-10d1fd490981" providerId="ADAL" clId="{91B3E30A-C5F4-46D0-B01E-FB65EC075246}" dt="2026-02-18T16:09:17.709" v="475"/>
        <pc:sldMkLst>
          <pc:docMk/>
          <pc:sldMk cId="0" sldId="289"/>
        </pc:sldMkLst>
        <pc:spChg chg="mod">
          <ac:chgData name="Novembre Matteo" userId="437dbab0-cd7d-4665-9647-10d1fd490981" providerId="ADAL" clId="{91B3E30A-C5F4-46D0-B01E-FB65EC075246}" dt="2026-02-18T16:08:35.120" v="460" actId="20577"/>
          <ac:spMkLst>
            <pc:docMk/>
            <pc:sldMk cId="0" sldId="289"/>
            <ac:spMk id="15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18T16:08:47.063" v="465" actId="20577"/>
          <ac:spMkLst>
            <pc:docMk/>
            <pc:sldMk cId="0" sldId="289"/>
            <ac:spMk id="19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18T16:08:58.871" v="470" actId="20577"/>
          <ac:spMkLst>
            <pc:docMk/>
            <pc:sldMk cId="0" sldId="289"/>
            <ac:spMk id="23" creationId="{00000000-0000-0000-0000-000000000000}"/>
          </ac:spMkLst>
        </pc:spChg>
        <pc:spChg chg="add mod">
          <ac:chgData name="Novembre Matteo" userId="437dbab0-cd7d-4665-9647-10d1fd490981" providerId="ADAL" clId="{91B3E30A-C5F4-46D0-B01E-FB65EC075246}" dt="2026-02-18T16:08:38.820" v="462" actId="1076"/>
          <ac:spMkLst>
            <pc:docMk/>
            <pc:sldMk cId="0" sldId="289"/>
            <ac:spMk id="24" creationId="{43A278A7-48A6-4A3B-F85E-3B6ED53D6D83}"/>
          </ac:spMkLst>
        </pc:spChg>
        <pc:spChg chg="add mod">
          <ac:chgData name="Novembre Matteo" userId="437dbab0-cd7d-4665-9647-10d1fd490981" providerId="ADAL" clId="{91B3E30A-C5F4-46D0-B01E-FB65EC075246}" dt="2026-02-18T16:08:52.901" v="467" actId="1076"/>
          <ac:spMkLst>
            <pc:docMk/>
            <pc:sldMk cId="0" sldId="289"/>
            <ac:spMk id="25" creationId="{D5ACF396-7404-0E15-BC1E-E3B772FD8DDD}"/>
          </ac:spMkLst>
        </pc:spChg>
        <pc:spChg chg="add mod">
          <ac:chgData name="Novembre Matteo" userId="437dbab0-cd7d-4665-9647-10d1fd490981" providerId="ADAL" clId="{91B3E30A-C5F4-46D0-B01E-FB65EC075246}" dt="2026-02-18T16:09:03.844" v="472" actId="1076"/>
          <ac:spMkLst>
            <pc:docMk/>
            <pc:sldMk cId="0" sldId="289"/>
            <ac:spMk id="26" creationId="{B6B72CA7-0388-1863-78ED-8BA603ABCDB6}"/>
          </ac:spMkLst>
        </pc:spChg>
      </pc:sldChg>
      <pc:sldChg chg="modSp mod">
        <pc:chgData name="Novembre Matteo" userId="437dbab0-cd7d-4665-9647-10d1fd490981" providerId="ADAL" clId="{91B3E30A-C5F4-46D0-B01E-FB65EC075246}" dt="2026-02-08T11:05:17.455" v="107" actId="1076"/>
        <pc:sldMkLst>
          <pc:docMk/>
          <pc:sldMk cId="0" sldId="292"/>
        </pc:sldMkLst>
        <pc:picChg chg="mod">
          <ac:chgData name="Novembre Matteo" userId="437dbab0-cd7d-4665-9647-10d1fd490981" providerId="ADAL" clId="{91B3E30A-C5F4-46D0-B01E-FB65EC075246}" dt="2026-02-08T11:05:17.455" v="107" actId="1076"/>
          <ac:picMkLst>
            <pc:docMk/>
            <pc:sldMk cId="0" sldId="292"/>
            <ac:picMk id="81" creationId="{3B7EAA6D-53B3-A159-86C2-ADB024ED10AA}"/>
          </ac:picMkLst>
        </pc:picChg>
      </pc:sldChg>
      <pc:sldChg chg="addSp modSp mod modAnim">
        <pc:chgData name="Novembre Matteo" userId="437dbab0-cd7d-4665-9647-10d1fd490981" providerId="ADAL" clId="{91B3E30A-C5F4-46D0-B01E-FB65EC075246}" dt="2026-02-18T16:10:48.120" v="499"/>
        <pc:sldMkLst>
          <pc:docMk/>
          <pc:sldMk cId="0" sldId="294"/>
        </pc:sldMkLst>
        <pc:spChg chg="mod">
          <ac:chgData name="Novembre Matteo" userId="437dbab0-cd7d-4665-9647-10d1fd490981" providerId="ADAL" clId="{91B3E30A-C5F4-46D0-B01E-FB65EC075246}" dt="2026-02-18T16:10:11.830" v="485" actId="1076"/>
          <ac:spMkLst>
            <pc:docMk/>
            <pc:sldMk cId="0" sldId="294"/>
            <ac:spMk id="1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18T16:10:23.389" v="490" actId="20577"/>
          <ac:spMkLst>
            <pc:docMk/>
            <pc:sldMk cId="0" sldId="294"/>
            <ac:spMk id="21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18T16:10:42.356" v="496" actId="20577"/>
          <ac:spMkLst>
            <pc:docMk/>
            <pc:sldMk cId="0" sldId="294"/>
            <ac:spMk id="26" creationId="{00000000-0000-0000-0000-000000000000}"/>
          </ac:spMkLst>
        </pc:spChg>
        <pc:spChg chg="add mod">
          <ac:chgData name="Novembre Matteo" userId="437dbab0-cd7d-4665-9647-10d1fd490981" providerId="ADAL" clId="{91B3E30A-C5F4-46D0-B01E-FB65EC075246}" dt="2026-02-18T16:10:14.923" v="486" actId="1076"/>
          <ac:spMkLst>
            <pc:docMk/>
            <pc:sldMk cId="0" sldId="294"/>
            <ac:spMk id="27" creationId="{65FA2BF8-C99E-3669-CCB6-892D9B3A15A2}"/>
          </ac:spMkLst>
        </pc:spChg>
        <pc:spChg chg="add mod">
          <ac:chgData name="Novembre Matteo" userId="437dbab0-cd7d-4665-9647-10d1fd490981" providerId="ADAL" clId="{91B3E30A-C5F4-46D0-B01E-FB65EC075246}" dt="2026-02-18T16:10:16.872" v="487"/>
          <ac:spMkLst>
            <pc:docMk/>
            <pc:sldMk cId="0" sldId="294"/>
            <ac:spMk id="28" creationId="{3076D5E5-0B01-1ACC-597F-EA4E62AA8C55}"/>
          </ac:spMkLst>
        </pc:spChg>
        <pc:spChg chg="add mod">
          <ac:chgData name="Novembre Matteo" userId="437dbab0-cd7d-4665-9647-10d1fd490981" providerId="ADAL" clId="{91B3E30A-C5F4-46D0-B01E-FB65EC075246}" dt="2026-02-18T16:10:34.108" v="492" actId="1076"/>
          <ac:spMkLst>
            <pc:docMk/>
            <pc:sldMk cId="0" sldId="294"/>
            <ac:spMk id="29" creationId="{DE511DEE-F3D1-2BB9-4731-79C0B163FC38}"/>
          </ac:spMkLst>
        </pc:spChg>
        <pc:spChg chg="add mod">
          <ac:chgData name="Novembre Matteo" userId="437dbab0-cd7d-4665-9647-10d1fd490981" providerId="ADAL" clId="{91B3E30A-C5F4-46D0-B01E-FB65EC075246}" dt="2026-02-18T16:10:46.758" v="498" actId="1076"/>
          <ac:spMkLst>
            <pc:docMk/>
            <pc:sldMk cId="0" sldId="294"/>
            <ac:spMk id="30" creationId="{A4446CC0-513B-F94B-A676-FC69A02BDC10}"/>
          </ac:spMkLst>
        </pc:spChg>
      </pc:sldChg>
      <pc:sldChg chg="modSp mod">
        <pc:chgData name="Novembre Matteo" userId="437dbab0-cd7d-4665-9647-10d1fd490981" providerId="ADAL" clId="{91B3E30A-C5F4-46D0-B01E-FB65EC075246}" dt="2026-02-08T11:19:32.860" v="184" actId="1076"/>
        <pc:sldMkLst>
          <pc:docMk/>
          <pc:sldMk cId="0" sldId="296"/>
        </pc:sldMkLst>
        <pc:picChg chg="mod">
          <ac:chgData name="Novembre Matteo" userId="437dbab0-cd7d-4665-9647-10d1fd490981" providerId="ADAL" clId="{91B3E30A-C5F4-46D0-B01E-FB65EC075246}" dt="2026-02-08T11:19:18.228" v="181" actId="1076"/>
          <ac:picMkLst>
            <pc:docMk/>
            <pc:sldMk cId="0" sldId="296"/>
            <ac:picMk id="10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9:22.831" v="182" actId="1076"/>
          <ac:picMkLst>
            <pc:docMk/>
            <pc:sldMk cId="0" sldId="296"/>
            <ac:picMk id="16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9:27.878" v="183" actId="1076"/>
          <ac:picMkLst>
            <pc:docMk/>
            <pc:sldMk cId="0" sldId="296"/>
            <ac:picMk id="22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9:32.860" v="184" actId="1076"/>
          <ac:picMkLst>
            <pc:docMk/>
            <pc:sldMk cId="0" sldId="296"/>
            <ac:picMk id="28" creationId="{00000000-0000-0000-0000-000000000000}"/>
          </ac:picMkLst>
        </pc:picChg>
      </pc:sldChg>
      <pc:sldChg chg="modSp mod">
        <pc:chgData name="Novembre Matteo" userId="437dbab0-cd7d-4665-9647-10d1fd490981" providerId="ADAL" clId="{91B3E30A-C5F4-46D0-B01E-FB65EC075246}" dt="2026-02-18T16:13:00.876" v="500" actId="1076"/>
        <pc:sldMkLst>
          <pc:docMk/>
          <pc:sldMk cId="0" sldId="297"/>
        </pc:sldMkLst>
        <pc:spChg chg="mod">
          <ac:chgData name="Novembre Matteo" userId="437dbab0-cd7d-4665-9647-10d1fd490981" providerId="ADAL" clId="{91B3E30A-C5F4-46D0-B01E-FB65EC075246}" dt="2026-02-18T16:13:00.876" v="500" actId="1076"/>
          <ac:spMkLst>
            <pc:docMk/>
            <pc:sldMk cId="0" sldId="297"/>
            <ac:spMk id="18" creationId="{00000000-0000-0000-0000-000000000000}"/>
          </ac:spMkLst>
        </pc:spChg>
      </pc:sldChg>
      <pc:sldChg chg="del">
        <pc:chgData name="Novembre Matteo" userId="437dbab0-cd7d-4665-9647-10d1fd490981" providerId="ADAL" clId="{91B3E30A-C5F4-46D0-B01E-FB65EC075246}" dt="2026-02-16T11:50:45.240" v="457" actId="18676"/>
        <pc:sldMkLst>
          <pc:docMk/>
          <pc:sldMk cId="0" sldId="305"/>
        </pc:sldMkLst>
      </pc:sldChg>
      <pc:sldChg chg="del">
        <pc:chgData name="Novembre Matteo" userId="437dbab0-cd7d-4665-9647-10d1fd490981" providerId="ADAL" clId="{91B3E30A-C5F4-46D0-B01E-FB65EC075246}" dt="2026-02-16T11:50:45.240" v="457" actId="18676"/>
        <pc:sldMkLst>
          <pc:docMk/>
          <pc:sldMk cId="0" sldId="306"/>
        </pc:sldMkLst>
      </pc:sldChg>
      <pc:sldChg chg="del">
        <pc:chgData name="Novembre Matteo" userId="437dbab0-cd7d-4665-9647-10d1fd490981" providerId="ADAL" clId="{91B3E30A-C5F4-46D0-B01E-FB65EC075246}" dt="2026-02-16T11:50:45.240" v="457" actId="18676"/>
        <pc:sldMkLst>
          <pc:docMk/>
          <pc:sldMk cId="0" sldId="307"/>
        </pc:sldMkLst>
      </pc:sldChg>
      <pc:sldChg chg="del">
        <pc:chgData name="Novembre Matteo" userId="437dbab0-cd7d-4665-9647-10d1fd490981" providerId="ADAL" clId="{91B3E30A-C5F4-46D0-B01E-FB65EC075246}" dt="2026-02-16T11:50:45.240" v="457" actId="18676"/>
        <pc:sldMkLst>
          <pc:docMk/>
          <pc:sldMk cId="0" sldId="310"/>
        </pc:sldMkLst>
      </pc:sldChg>
      <pc:sldChg chg="modSp mod">
        <pc:chgData name="Novembre Matteo" userId="437dbab0-cd7d-4665-9647-10d1fd490981" providerId="ADAL" clId="{91B3E30A-C5F4-46D0-B01E-FB65EC075246}" dt="2026-02-18T16:19:39.119" v="510" actId="242"/>
        <pc:sldMkLst>
          <pc:docMk/>
          <pc:sldMk cId="0" sldId="313"/>
        </pc:sldMkLst>
        <pc:spChg chg="mod">
          <ac:chgData name="Novembre Matteo" userId="437dbab0-cd7d-4665-9647-10d1fd490981" providerId="ADAL" clId="{91B3E30A-C5F4-46D0-B01E-FB65EC075246}" dt="2026-02-18T16:19:25.276" v="505" actId="242"/>
          <ac:spMkLst>
            <pc:docMk/>
            <pc:sldMk cId="0" sldId="313"/>
            <ac:spMk id="9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18T16:19:27.892" v="506" actId="242"/>
          <ac:spMkLst>
            <pc:docMk/>
            <pc:sldMk cId="0" sldId="313"/>
            <ac:spMk id="1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18T16:19:30.730" v="507" actId="242"/>
          <ac:spMkLst>
            <pc:docMk/>
            <pc:sldMk cId="0" sldId="313"/>
            <ac:spMk id="19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18T16:19:33.371" v="508" actId="242"/>
          <ac:spMkLst>
            <pc:docMk/>
            <pc:sldMk cId="0" sldId="313"/>
            <ac:spMk id="2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18T16:19:36.034" v="509" actId="242"/>
          <ac:spMkLst>
            <pc:docMk/>
            <pc:sldMk cId="0" sldId="313"/>
            <ac:spMk id="29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18T16:19:39.119" v="510" actId="242"/>
          <ac:spMkLst>
            <pc:docMk/>
            <pc:sldMk cId="0" sldId="313"/>
            <ac:spMk id="34" creationId="{00000000-0000-0000-0000-000000000000}"/>
          </ac:spMkLst>
        </pc:spChg>
      </pc:sldChg>
      <pc:sldChg chg="modSp mod">
        <pc:chgData name="Novembre Matteo" userId="437dbab0-cd7d-4665-9647-10d1fd490981" providerId="ADAL" clId="{91B3E30A-C5F4-46D0-B01E-FB65EC075246}" dt="2026-02-18T16:30:54.332" v="512" actId="1076"/>
        <pc:sldMkLst>
          <pc:docMk/>
          <pc:sldMk cId="0" sldId="317"/>
        </pc:sldMkLst>
        <pc:spChg chg="mod">
          <ac:chgData name="Novembre Matteo" userId="437dbab0-cd7d-4665-9647-10d1fd490981" providerId="ADAL" clId="{91B3E30A-C5F4-46D0-B01E-FB65EC075246}" dt="2026-02-18T16:30:54.332" v="512" actId="1076"/>
          <ac:spMkLst>
            <pc:docMk/>
            <pc:sldMk cId="0" sldId="317"/>
            <ac:spMk id="69" creationId="{00000000-0000-0000-0000-000000000000}"/>
          </ac:spMkLst>
        </pc:spChg>
      </pc:sldChg>
      <pc:sldChg chg="modSp mod">
        <pc:chgData name="Novembre Matteo" userId="437dbab0-cd7d-4665-9647-10d1fd490981" providerId="ADAL" clId="{91B3E30A-C5F4-46D0-B01E-FB65EC075246}" dt="2026-02-18T16:38:40.024" v="525" actId="20577"/>
        <pc:sldMkLst>
          <pc:docMk/>
          <pc:sldMk cId="0" sldId="318"/>
        </pc:sldMkLst>
        <pc:spChg chg="mod">
          <ac:chgData name="Novembre Matteo" userId="437dbab0-cd7d-4665-9647-10d1fd490981" providerId="ADAL" clId="{91B3E30A-C5F4-46D0-B01E-FB65EC075246}" dt="2026-02-18T16:38:40.024" v="525" actId="20577"/>
          <ac:spMkLst>
            <pc:docMk/>
            <pc:sldMk cId="0" sldId="318"/>
            <ac:spMk id="11" creationId="{00000000-0000-0000-0000-000000000000}"/>
          </ac:spMkLst>
        </pc:spChg>
      </pc:sldChg>
      <pc:sldChg chg="addSp delSp modSp mod modAnim">
        <pc:chgData name="Novembre Matteo" userId="437dbab0-cd7d-4665-9647-10d1fd490981" providerId="ADAL" clId="{91B3E30A-C5F4-46D0-B01E-FB65EC075246}" dt="2026-02-08T11:07:21.544" v="126" actId="1076"/>
        <pc:sldMkLst>
          <pc:docMk/>
          <pc:sldMk cId="0" sldId="319"/>
        </pc:sldMkLst>
        <pc:spChg chg="add mod">
          <ac:chgData name="Novembre Matteo" userId="437dbab0-cd7d-4665-9647-10d1fd490981" providerId="ADAL" clId="{91B3E30A-C5F4-46D0-B01E-FB65EC075246}" dt="2026-02-08T11:07:21.544" v="126" actId="1076"/>
          <ac:spMkLst>
            <pc:docMk/>
            <pc:sldMk cId="0" sldId="319"/>
            <ac:spMk id="25" creationId="{FBB1DDD1-D5BF-8684-40A6-88CF95D98CB2}"/>
          </ac:spMkLst>
        </pc:spChg>
        <pc:spChg chg="add mod">
          <ac:chgData name="Novembre Matteo" userId="437dbab0-cd7d-4665-9647-10d1fd490981" providerId="ADAL" clId="{91B3E30A-C5F4-46D0-B01E-FB65EC075246}" dt="2026-02-08T11:07:21.544" v="126" actId="1076"/>
          <ac:spMkLst>
            <pc:docMk/>
            <pc:sldMk cId="0" sldId="319"/>
            <ac:spMk id="26" creationId="{4E4D2A80-372A-B668-1438-B03CCD72BDCD}"/>
          </ac:spMkLst>
        </pc:spChg>
        <pc:spChg chg="add mod">
          <ac:chgData name="Novembre Matteo" userId="437dbab0-cd7d-4665-9647-10d1fd490981" providerId="ADAL" clId="{91B3E30A-C5F4-46D0-B01E-FB65EC075246}" dt="2026-02-08T11:07:12.952" v="125" actId="1076"/>
          <ac:spMkLst>
            <pc:docMk/>
            <pc:sldMk cId="0" sldId="319"/>
            <ac:spMk id="27" creationId="{70F491DB-2A31-31D8-86B1-4FD5C4DCA4AD}"/>
          </ac:spMkLst>
        </pc:spChg>
        <pc:picChg chg="mod">
          <ac:chgData name="Novembre Matteo" userId="437dbab0-cd7d-4665-9647-10d1fd490981" providerId="ADAL" clId="{91B3E30A-C5F4-46D0-B01E-FB65EC075246}" dt="2026-02-08T11:06:52.559" v="119" actId="14100"/>
          <ac:picMkLst>
            <pc:docMk/>
            <pc:sldMk cId="0" sldId="319"/>
            <ac:picMk id="20" creationId="{00000000-0000-0000-0000-000000000000}"/>
          </ac:picMkLst>
        </pc:picChg>
      </pc:sldChg>
      <pc:sldChg chg="del">
        <pc:chgData name="Novembre Matteo" userId="437dbab0-cd7d-4665-9647-10d1fd490981" providerId="ADAL" clId="{91B3E30A-C5F4-46D0-B01E-FB65EC075246}" dt="2026-02-16T11:50:45.240" v="457" actId="18676"/>
        <pc:sldMkLst>
          <pc:docMk/>
          <pc:sldMk cId="0" sldId="320"/>
        </pc:sldMkLst>
      </pc:sldChg>
      <pc:sldChg chg="del">
        <pc:chgData name="Novembre Matteo" userId="437dbab0-cd7d-4665-9647-10d1fd490981" providerId="ADAL" clId="{91B3E30A-C5F4-46D0-B01E-FB65EC075246}" dt="2026-02-16T11:50:45.240" v="457" actId="18676"/>
        <pc:sldMkLst>
          <pc:docMk/>
          <pc:sldMk cId="0" sldId="321"/>
        </pc:sldMkLst>
      </pc:sldChg>
      <pc:sldChg chg="del">
        <pc:chgData name="Novembre Matteo" userId="437dbab0-cd7d-4665-9647-10d1fd490981" providerId="ADAL" clId="{91B3E30A-C5F4-46D0-B01E-FB65EC075246}" dt="2026-02-16T11:50:45.240" v="457" actId="18676"/>
        <pc:sldMkLst>
          <pc:docMk/>
          <pc:sldMk cId="0" sldId="322"/>
        </pc:sldMkLst>
      </pc:sldChg>
      <pc:sldChg chg="del">
        <pc:chgData name="Novembre Matteo" userId="437dbab0-cd7d-4665-9647-10d1fd490981" providerId="ADAL" clId="{91B3E30A-C5F4-46D0-B01E-FB65EC075246}" dt="2026-02-16T11:50:45.240" v="457" actId="18676"/>
        <pc:sldMkLst>
          <pc:docMk/>
          <pc:sldMk cId="0" sldId="323"/>
        </pc:sldMkLst>
      </pc:sldChg>
      <pc:sldChg chg="del">
        <pc:chgData name="Novembre Matteo" userId="437dbab0-cd7d-4665-9647-10d1fd490981" providerId="ADAL" clId="{91B3E30A-C5F4-46D0-B01E-FB65EC075246}" dt="2026-02-16T11:50:45.240" v="457" actId="18676"/>
        <pc:sldMkLst>
          <pc:docMk/>
          <pc:sldMk cId="0" sldId="324"/>
        </pc:sldMkLst>
      </pc:sldChg>
      <pc:sldChg chg="del">
        <pc:chgData name="Novembre Matteo" userId="437dbab0-cd7d-4665-9647-10d1fd490981" providerId="ADAL" clId="{91B3E30A-C5F4-46D0-B01E-FB65EC075246}" dt="2026-02-16T11:50:45.240" v="457" actId="18676"/>
        <pc:sldMkLst>
          <pc:docMk/>
          <pc:sldMk cId="0" sldId="325"/>
        </pc:sldMkLst>
      </pc:sldChg>
      <pc:sldChg chg="del">
        <pc:chgData name="Novembre Matteo" userId="437dbab0-cd7d-4665-9647-10d1fd490981" providerId="ADAL" clId="{91B3E30A-C5F4-46D0-B01E-FB65EC075246}" dt="2026-02-16T11:50:45.240" v="457" actId="18676"/>
        <pc:sldMkLst>
          <pc:docMk/>
          <pc:sldMk cId="0" sldId="326"/>
        </pc:sldMkLst>
      </pc:sldChg>
      <pc:sldChg chg="addSp delSp modSp del mod modAnim">
        <pc:chgData name="Novembre Matteo" userId="437dbab0-cd7d-4665-9647-10d1fd490981" providerId="ADAL" clId="{91B3E30A-C5F4-46D0-B01E-FB65EC075246}" dt="2026-02-16T11:50:45.240" v="457" actId="18676"/>
        <pc:sldMkLst>
          <pc:docMk/>
          <pc:sldMk cId="0" sldId="327"/>
        </pc:sldMkLst>
      </pc:sldChg>
      <pc:sldChg chg="del">
        <pc:chgData name="Novembre Matteo" userId="437dbab0-cd7d-4665-9647-10d1fd490981" providerId="ADAL" clId="{91B3E30A-C5F4-46D0-B01E-FB65EC075246}" dt="2026-02-16T11:50:45.240" v="457" actId="18676"/>
        <pc:sldMkLst>
          <pc:docMk/>
          <pc:sldMk cId="0" sldId="328"/>
        </pc:sldMkLst>
      </pc:sldChg>
      <pc:sldChg chg="del">
        <pc:chgData name="Novembre Matteo" userId="437dbab0-cd7d-4665-9647-10d1fd490981" providerId="ADAL" clId="{91B3E30A-C5F4-46D0-B01E-FB65EC075246}" dt="2026-02-16T11:50:45.240" v="457" actId="18676"/>
        <pc:sldMkLst>
          <pc:docMk/>
          <pc:sldMk cId="0" sldId="329"/>
        </pc:sldMkLst>
      </pc:sldChg>
      <pc:sldChg chg="del">
        <pc:chgData name="Novembre Matteo" userId="437dbab0-cd7d-4665-9647-10d1fd490981" providerId="ADAL" clId="{91B3E30A-C5F4-46D0-B01E-FB65EC075246}" dt="2026-02-16T11:50:45.240" v="457" actId="18676"/>
        <pc:sldMkLst>
          <pc:docMk/>
          <pc:sldMk cId="0" sldId="330"/>
        </pc:sldMkLst>
      </pc:sldChg>
      <pc:sldChg chg="del">
        <pc:chgData name="Novembre Matteo" userId="437dbab0-cd7d-4665-9647-10d1fd490981" providerId="ADAL" clId="{91B3E30A-C5F4-46D0-B01E-FB65EC075246}" dt="2026-02-16T11:50:45.240" v="457" actId="18676"/>
        <pc:sldMkLst>
          <pc:docMk/>
          <pc:sldMk cId="0" sldId="331"/>
        </pc:sldMkLst>
      </pc:sldChg>
      <pc:sldChg chg="del">
        <pc:chgData name="Novembre Matteo" userId="437dbab0-cd7d-4665-9647-10d1fd490981" providerId="ADAL" clId="{91B3E30A-C5F4-46D0-B01E-FB65EC075246}" dt="2026-02-16T11:50:45.240" v="457" actId="18676"/>
        <pc:sldMkLst>
          <pc:docMk/>
          <pc:sldMk cId="0" sldId="332"/>
        </pc:sldMkLst>
      </pc:sldChg>
      <pc:sldChg chg="del">
        <pc:chgData name="Novembre Matteo" userId="437dbab0-cd7d-4665-9647-10d1fd490981" providerId="ADAL" clId="{91B3E30A-C5F4-46D0-B01E-FB65EC075246}" dt="2026-02-16T11:50:45.240" v="457" actId="18676"/>
        <pc:sldMkLst>
          <pc:docMk/>
          <pc:sldMk cId="0" sldId="333"/>
        </pc:sldMkLst>
      </pc:sldChg>
      <pc:sldChg chg="del">
        <pc:chgData name="Novembre Matteo" userId="437dbab0-cd7d-4665-9647-10d1fd490981" providerId="ADAL" clId="{91B3E30A-C5F4-46D0-B01E-FB65EC075246}" dt="2026-02-16T11:50:45.240" v="457" actId="18676"/>
        <pc:sldMkLst>
          <pc:docMk/>
          <pc:sldMk cId="0" sldId="334"/>
        </pc:sldMkLst>
      </pc:sldChg>
      <pc:sldChg chg="addSp delSp modSp del mod modAnim">
        <pc:chgData name="Novembre Matteo" userId="437dbab0-cd7d-4665-9647-10d1fd490981" providerId="ADAL" clId="{91B3E30A-C5F4-46D0-B01E-FB65EC075246}" dt="2026-02-16T11:50:45.240" v="457" actId="18676"/>
        <pc:sldMkLst>
          <pc:docMk/>
          <pc:sldMk cId="0" sldId="335"/>
        </pc:sldMkLst>
      </pc:sldChg>
      <pc:sldChg chg="del modAnim">
        <pc:chgData name="Novembre Matteo" userId="437dbab0-cd7d-4665-9647-10d1fd490981" providerId="ADAL" clId="{91B3E30A-C5F4-46D0-B01E-FB65EC075246}" dt="2026-02-16T11:50:45.240" v="457" actId="18676"/>
        <pc:sldMkLst>
          <pc:docMk/>
          <pc:sldMk cId="0" sldId="336"/>
        </pc:sldMkLst>
      </pc:sldChg>
      <pc:sldChg chg="del">
        <pc:chgData name="Novembre Matteo" userId="437dbab0-cd7d-4665-9647-10d1fd490981" providerId="ADAL" clId="{91B3E30A-C5F4-46D0-B01E-FB65EC075246}" dt="2026-02-16T11:50:45.240" v="457" actId="18676"/>
        <pc:sldMkLst>
          <pc:docMk/>
          <pc:sldMk cId="0" sldId="337"/>
        </pc:sldMkLst>
      </pc:sldChg>
      <pc:sldChg chg="modSp add del mod">
        <pc:chgData name="Novembre Matteo" userId="437dbab0-cd7d-4665-9647-10d1fd490981" providerId="ADAL" clId="{91B3E30A-C5F4-46D0-B01E-FB65EC075246}" dt="2026-02-16T11:50:39.017" v="456" actId="18676"/>
        <pc:sldMkLst>
          <pc:docMk/>
          <pc:sldMk cId="348954085" sldId="338"/>
        </pc:sldMkLst>
      </pc:sldChg>
      <pc:sldChg chg="add del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339"/>
        </pc:sldMkLst>
      </pc:sldChg>
      <pc:sldChg chg="add del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340"/>
        </pc:sldMkLst>
      </pc:sldChg>
      <pc:sldChg chg="modSp add del mod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341"/>
        </pc:sldMkLst>
      </pc:sldChg>
      <pc:sldChg chg="modSp add del mod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342"/>
        </pc:sldMkLst>
      </pc:sldChg>
      <pc:sldChg chg="modSp add del mod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343"/>
        </pc:sldMkLst>
      </pc:sldChg>
      <pc:sldChg chg="add del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344"/>
        </pc:sldMkLst>
      </pc:sldChg>
      <pc:sldChg chg="add del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345"/>
        </pc:sldMkLst>
      </pc:sldChg>
      <pc:sldChg chg="delSp add del mod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346"/>
        </pc:sldMkLst>
      </pc:sldChg>
      <pc:sldChg chg="add del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347"/>
        </pc:sldMkLst>
      </pc:sldChg>
      <pc:sldChg chg="addSp delSp modSp add del mod">
        <pc:chgData name="Novembre Matteo" userId="437dbab0-cd7d-4665-9647-10d1fd490981" providerId="ADAL" clId="{91B3E30A-C5F4-46D0-B01E-FB65EC075246}" dt="2026-02-16T11:50:39.017" v="456" actId="18676"/>
        <pc:sldMkLst>
          <pc:docMk/>
          <pc:sldMk cId="2071099253" sldId="348"/>
        </pc:sldMkLst>
      </pc:sldChg>
      <pc:sldChg chg="modSp add del mod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349"/>
        </pc:sldMkLst>
      </pc:sldChg>
      <pc:sldChg chg="modSp add del mod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350"/>
        </pc:sldMkLst>
      </pc:sldChg>
      <pc:sldChg chg="delSp add del mod ord">
        <pc:chgData name="Novembre Matteo" userId="437dbab0-cd7d-4665-9647-10d1fd490981" providerId="ADAL" clId="{91B3E30A-C5F4-46D0-B01E-FB65EC075246}" dt="2026-02-16T11:50:39.017" v="456" actId="18676"/>
        <pc:sldMkLst>
          <pc:docMk/>
          <pc:sldMk cId="0" sldId="351"/>
        </pc:sldMkLst>
      </pc:sldChg>
      <pc:sldChg chg="addSp delSp modSp add del mod">
        <pc:chgData name="Novembre Matteo" userId="437dbab0-cd7d-4665-9647-10d1fd490981" providerId="ADAL" clId="{91B3E30A-C5F4-46D0-B01E-FB65EC075246}" dt="2026-02-16T11:50:39.017" v="456" actId="18676"/>
        <pc:sldMkLst>
          <pc:docMk/>
          <pc:sldMk cId="98375065" sldId="352"/>
        </pc:sldMkLst>
      </pc:sldChg>
      <pc:sldChg chg="addSp delSp modSp add del mod">
        <pc:chgData name="Novembre Matteo" userId="437dbab0-cd7d-4665-9647-10d1fd490981" providerId="ADAL" clId="{91B3E30A-C5F4-46D0-B01E-FB65EC075246}" dt="2026-02-16T11:50:39.017" v="456" actId="18676"/>
        <pc:sldMkLst>
          <pc:docMk/>
          <pc:sldMk cId="3171372946" sldId="353"/>
        </pc:sldMkLst>
      </pc:sldChg>
      <pc:sldChg chg="modSp add mod">
        <pc:chgData name="Novembre Matteo" userId="437dbab0-cd7d-4665-9647-10d1fd490981" providerId="ADAL" clId="{91B3E30A-C5F4-46D0-B01E-FB65EC075246}" dt="2026-02-16T09:12:03.957" v="452" actId="20577"/>
        <pc:sldMkLst>
          <pc:docMk/>
          <pc:sldMk cId="822003721" sldId="354"/>
        </pc:sldMkLst>
        <pc:graphicFrameChg chg="modGraphic">
          <ac:chgData name="Novembre Matteo" userId="437dbab0-cd7d-4665-9647-10d1fd490981" providerId="ADAL" clId="{91B3E30A-C5F4-46D0-B01E-FB65EC075246}" dt="2026-02-16T09:12:03.957" v="452" actId="20577"/>
          <ac:graphicFrameMkLst>
            <pc:docMk/>
            <pc:sldMk cId="822003721" sldId="354"/>
            <ac:graphicFrameMk id="5" creationId="{FEF7584F-4C70-1ECD-C15B-F91FD073E674}"/>
          </ac:graphicFrameMkLst>
        </pc:graphicFrameChg>
      </pc:sldChg>
    </pc:docChg>
  </pc:docChgLst>
  <pc:docChgLst>
    <pc:chgData name="Novembre Matteo" userId="437dbab0-cd7d-4665-9647-10d1fd490981" providerId="ADAL" clId="{71D4A954-A407-45A0-88CF-ADD9232790EB}"/>
    <pc:docChg chg="undo custSel addSld delSld modSld">
      <pc:chgData name="Novembre Matteo" userId="437dbab0-cd7d-4665-9647-10d1fd490981" providerId="ADAL" clId="{71D4A954-A407-45A0-88CF-ADD9232790EB}" dt="2026-02-02T12:06:57.927" v="297" actId="688"/>
      <pc:docMkLst>
        <pc:docMk/>
      </pc:docMkLst>
      <pc:sldChg chg="delSp mod">
        <pc:chgData name="Novembre Matteo" userId="437dbab0-cd7d-4665-9647-10d1fd490981" providerId="ADAL" clId="{71D4A954-A407-45A0-88CF-ADD9232790EB}" dt="2026-02-02T10:17:08.720" v="0" actId="478"/>
        <pc:sldMkLst>
          <pc:docMk/>
          <pc:sldMk cId="0" sldId="256"/>
        </pc:sldMkLst>
      </pc:sldChg>
      <pc:sldChg chg="addSp delSp modSp mod">
        <pc:chgData name="Novembre Matteo" userId="437dbab0-cd7d-4665-9647-10d1fd490981" providerId="ADAL" clId="{71D4A954-A407-45A0-88CF-ADD9232790EB}" dt="2026-02-02T10:19:53.287" v="4" actId="1076"/>
        <pc:sldMkLst>
          <pc:docMk/>
          <pc:sldMk cId="0" sldId="257"/>
        </pc:sldMkLst>
      </pc:sldChg>
      <pc:sldChg chg="addSp delSp modSp mod">
        <pc:chgData name="Novembre Matteo" userId="437dbab0-cd7d-4665-9647-10d1fd490981" providerId="ADAL" clId="{71D4A954-A407-45A0-88CF-ADD9232790EB}" dt="2026-02-02T10:20:30.303" v="9" actId="1076"/>
        <pc:sldMkLst>
          <pc:docMk/>
          <pc:sldMk cId="0" sldId="260"/>
        </pc:sldMkLst>
      </pc:sldChg>
      <pc:sldChg chg="modSp mod">
        <pc:chgData name="Novembre Matteo" userId="437dbab0-cd7d-4665-9647-10d1fd490981" providerId="ADAL" clId="{71D4A954-A407-45A0-88CF-ADD9232790EB}" dt="2026-02-02T11:56:28.183" v="202" actId="1076"/>
        <pc:sldMkLst>
          <pc:docMk/>
          <pc:sldMk cId="0" sldId="262"/>
        </pc:sldMkLst>
      </pc:sldChg>
      <pc:sldChg chg="addSp delSp modSp mod">
        <pc:chgData name="Novembre Matteo" userId="437dbab0-cd7d-4665-9647-10d1fd490981" providerId="ADAL" clId="{71D4A954-A407-45A0-88CF-ADD9232790EB}" dt="2026-02-02T10:21:09.991" v="15" actId="1076"/>
        <pc:sldMkLst>
          <pc:docMk/>
          <pc:sldMk cId="0" sldId="263"/>
        </pc:sldMkLst>
      </pc:sldChg>
      <pc:sldChg chg="addSp delSp modSp mod">
        <pc:chgData name="Novembre Matteo" userId="437dbab0-cd7d-4665-9647-10d1fd490981" providerId="ADAL" clId="{71D4A954-A407-45A0-88CF-ADD9232790EB}" dt="2026-02-02T10:21:59.762" v="21" actId="14100"/>
        <pc:sldMkLst>
          <pc:docMk/>
          <pc:sldMk cId="0" sldId="264"/>
        </pc:sldMkLst>
      </pc:sldChg>
      <pc:sldChg chg="addSp delSp modSp mod">
        <pc:chgData name="Novembre Matteo" userId="437dbab0-cd7d-4665-9647-10d1fd490981" providerId="ADAL" clId="{71D4A954-A407-45A0-88CF-ADD9232790EB}" dt="2026-02-02T10:22:38.463" v="28" actId="1076"/>
        <pc:sldMkLst>
          <pc:docMk/>
          <pc:sldMk cId="0" sldId="266"/>
        </pc:sldMkLst>
      </pc:sldChg>
      <pc:sldChg chg="addSp delSp modSp mod modAnim">
        <pc:chgData name="Novembre Matteo" userId="437dbab0-cd7d-4665-9647-10d1fd490981" providerId="ADAL" clId="{71D4A954-A407-45A0-88CF-ADD9232790EB}" dt="2026-02-02T10:24:05.079" v="43" actId="14100"/>
        <pc:sldMkLst>
          <pc:docMk/>
          <pc:sldMk cId="0" sldId="268"/>
        </pc:sldMkLst>
      </pc:sldChg>
      <pc:sldChg chg="modSp mod">
        <pc:chgData name="Novembre Matteo" userId="437dbab0-cd7d-4665-9647-10d1fd490981" providerId="ADAL" clId="{71D4A954-A407-45A0-88CF-ADD9232790EB}" dt="2026-02-02T10:25:22.072" v="49" actId="1076"/>
        <pc:sldMkLst>
          <pc:docMk/>
          <pc:sldMk cId="0" sldId="270"/>
        </pc:sldMkLst>
      </pc:sldChg>
      <pc:sldChg chg="addSp delSp modSp mod">
        <pc:chgData name="Novembre Matteo" userId="437dbab0-cd7d-4665-9647-10d1fd490981" providerId="ADAL" clId="{71D4A954-A407-45A0-88CF-ADD9232790EB}" dt="2026-02-02T10:25:49.648" v="53" actId="14100"/>
        <pc:sldMkLst>
          <pc:docMk/>
          <pc:sldMk cId="0" sldId="271"/>
        </pc:sldMkLst>
      </pc:sldChg>
      <pc:sldChg chg="addSp delSp modSp mod">
        <pc:chgData name="Novembre Matteo" userId="437dbab0-cd7d-4665-9647-10d1fd490981" providerId="ADAL" clId="{71D4A954-A407-45A0-88CF-ADD9232790EB}" dt="2026-02-02T11:58:00.360" v="213" actId="1076"/>
        <pc:sldMkLst>
          <pc:docMk/>
          <pc:sldMk cId="0" sldId="272"/>
        </pc:sldMkLst>
      </pc:sldChg>
      <pc:sldChg chg="addSp delSp modSp mod modAnim">
        <pc:chgData name="Novembre Matteo" userId="437dbab0-cd7d-4665-9647-10d1fd490981" providerId="ADAL" clId="{71D4A954-A407-45A0-88CF-ADD9232790EB}" dt="2026-02-02T10:31:05.929" v="72"/>
        <pc:sldMkLst>
          <pc:docMk/>
          <pc:sldMk cId="0" sldId="273"/>
        </pc:sldMkLst>
      </pc:sldChg>
      <pc:sldChg chg="delSp mod">
        <pc:chgData name="Novembre Matteo" userId="437dbab0-cd7d-4665-9647-10d1fd490981" providerId="ADAL" clId="{71D4A954-A407-45A0-88CF-ADD9232790EB}" dt="2026-02-02T10:32:06.045" v="79" actId="478"/>
        <pc:sldMkLst>
          <pc:docMk/>
          <pc:sldMk cId="0" sldId="282"/>
        </pc:sldMkLst>
      </pc:sldChg>
      <pc:sldChg chg="modSp mod">
        <pc:chgData name="Novembre Matteo" userId="437dbab0-cd7d-4665-9647-10d1fd490981" providerId="ADAL" clId="{71D4A954-A407-45A0-88CF-ADD9232790EB}" dt="2026-02-02T10:47:35.449" v="176" actId="1076"/>
        <pc:sldMkLst>
          <pc:docMk/>
          <pc:sldMk cId="0" sldId="287"/>
        </pc:sldMkLst>
        <pc:spChg chg="mod">
          <ac:chgData name="Novembre Matteo" userId="437dbab0-cd7d-4665-9647-10d1fd490981" providerId="ADAL" clId="{71D4A954-A407-45A0-88CF-ADD9232790EB}" dt="2026-02-02T10:47:25.629" v="174" actId="1076"/>
          <ac:spMkLst>
            <pc:docMk/>
            <pc:sldMk cId="0" sldId="287"/>
            <ac:spMk id="10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25.629" v="174" actId="1076"/>
          <ac:spMkLst>
            <pc:docMk/>
            <pc:sldMk cId="0" sldId="287"/>
            <ac:spMk id="11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25.629" v="174" actId="1076"/>
          <ac:spMkLst>
            <pc:docMk/>
            <pc:sldMk cId="0" sldId="287"/>
            <ac:spMk id="13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25.629" v="174" actId="1076"/>
          <ac:spMkLst>
            <pc:docMk/>
            <pc:sldMk cId="0" sldId="287"/>
            <ac:spMk id="14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0.032" v="175" actId="1076"/>
          <ac:spMkLst>
            <pc:docMk/>
            <pc:sldMk cId="0" sldId="287"/>
            <ac:spMk id="15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0.032" v="175" actId="1076"/>
          <ac:spMkLst>
            <pc:docMk/>
            <pc:sldMk cId="0" sldId="287"/>
            <ac:spMk id="16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0.032" v="175" actId="1076"/>
          <ac:spMkLst>
            <pc:docMk/>
            <pc:sldMk cId="0" sldId="287"/>
            <ac:spMk id="18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0.032" v="175" actId="1076"/>
          <ac:spMkLst>
            <pc:docMk/>
            <pc:sldMk cId="0" sldId="287"/>
            <ac:spMk id="19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5.449" v="176" actId="1076"/>
          <ac:spMkLst>
            <pc:docMk/>
            <pc:sldMk cId="0" sldId="287"/>
            <ac:spMk id="20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5.449" v="176" actId="1076"/>
          <ac:spMkLst>
            <pc:docMk/>
            <pc:sldMk cId="0" sldId="287"/>
            <ac:spMk id="21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5.449" v="176" actId="1076"/>
          <ac:spMkLst>
            <pc:docMk/>
            <pc:sldMk cId="0" sldId="287"/>
            <ac:spMk id="23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5.449" v="176" actId="1076"/>
          <ac:spMkLst>
            <pc:docMk/>
            <pc:sldMk cId="0" sldId="287"/>
            <ac:spMk id="24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11.447" v="171" actId="1076"/>
          <ac:spMkLst>
            <pc:docMk/>
            <pc:sldMk cId="0" sldId="287"/>
            <ac:spMk id="26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37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39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43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50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55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57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61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62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69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70" creationId="{00000000-0000-0000-0000-000000000000}"/>
          </ac:spMkLst>
        </pc:spChg>
        <pc:picChg chg="mod">
          <ac:chgData name="Novembre Matteo" userId="437dbab0-cd7d-4665-9647-10d1fd490981" providerId="ADAL" clId="{71D4A954-A407-45A0-88CF-ADD9232790EB}" dt="2026-02-02T10:47:25.629" v="174" actId="1076"/>
          <ac:picMkLst>
            <pc:docMk/>
            <pc:sldMk cId="0" sldId="287"/>
            <ac:picMk id="12" creationId="{00000000-0000-0000-0000-000000000000}"/>
          </ac:picMkLst>
        </pc:picChg>
        <pc:picChg chg="mod">
          <ac:chgData name="Novembre Matteo" userId="437dbab0-cd7d-4665-9647-10d1fd490981" providerId="ADAL" clId="{71D4A954-A407-45A0-88CF-ADD9232790EB}" dt="2026-02-02T10:47:30.032" v="175" actId="1076"/>
          <ac:picMkLst>
            <pc:docMk/>
            <pc:sldMk cId="0" sldId="287"/>
            <ac:picMk id="17" creationId="{00000000-0000-0000-0000-000000000000}"/>
          </ac:picMkLst>
        </pc:picChg>
        <pc:picChg chg="mod">
          <ac:chgData name="Novembre Matteo" userId="437dbab0-cd7d-4665-9647-10d1fd490981" providerId="ADAL" clId="{71D4A954-A407-45A0-88CF-ADD9232790EB}" dt="2026-02-02T10:47:35.449" v="176" actId="1076"/>
          <ac:picMkLst>
            <pc:docMk/>
            <pc:sldMk cId="0" sldId="287"/>
            <ac:picMk id="22" creationId="{00000000-0000-0000-0000-000000000000}"/>
          </ac:picMkLst>
        </pc:picChg>
      </pc:sldChg>
      <pc:sldChg chg="addSp delSp modSp mod">
        <pc:chgData name="Novembre Matteo" userId="437dbab0-cd7d-4665-9647-10d1fd490981" providerId="ADAL" clId="{71D4A954-A407-45A0-88CF-ADD9232790EB}" dt="2026-02-02T10:34:02.688" v="91" actId="14100"/>
        <pc:sldMkLst>
          <pc:docMk/>
          <pc:sldMk cId="0" sldId="290"/>
        </pc:sldMkLst>
        <pc:picChg chg="add mod">
          <ac:chgData name="Novembre Matteo" userId="437dbab0-cd7d-4665-9647-10d1fd490981" providerId="ADAL" clId="{71D4A954-A407-45A0-88CF-ADD9232790EB}" dt="2026-02-02T10:34:02.688" v="91" actId="14100"/>
          <ac:picMkLst>
            <pc:docMk/>
            <pc:sldMk cId="0" sldId="290"/>
            <ac:picMk id="79" creationId="{AE487DA2-D1E7-C935-697F-1B5D26E01B36}"/>
          </ac:picMkLst>
        </pc:picChg>
      </pc:sldChg>
      <pc:sldChg chg="addSp delSp modSp mod">
        <pc:chgData name="Novembre Matteo" userId="437dbab0-cd7d-4665-9647-10d1fd490981" providerId="ADAL" clId="{71D4A954-A407-45A0-88CF-ADD9232790EB}" dt="2026-02-02T10:34:32.927" v="97" actId="1076"/>
        <pc:sldMkLst>
          <pc:docMk/>
          <pc:sldMk cId="0" sldId="292"/>
        </pc:sldMkLst>
        <pc:picChg chg="add mod">
          <ac:chgData name="Novembre Matteo" userId="437dbab0-cd7d-4665-9647-10d1fd490981" providerId="ADAL" clId="{71D4A954-A407-45A0-88CF-ADD9232790EB}" dt="2026-02-02T10:34:32.927" v="97" actId="1076"/>
          <ac:picMkLst>
            <pc:docMk/>
            <pc:sldMk cId="0" sldId="292"/>
            <ac:picMk id="81" creationId="{3B7EAA6D-53B3-A159-86C2-ADB024ED10AA}"/>
          </ac:picMkLst>
        </pc:picChg>
      </pc:sldChg>
      <pc:sldChg chg="addSp delSp modSp mod">
        <pc:chgData name="Novembre Matteo" userId="437dbab0-cd7d-4665-9647-10d1fd490981" providerId="ADAL" clId="{71D4A954-A407-45A0-88CF-ADD9232790EB}" dt="2026-02-02T10:35:15.143" v="102" actId="1076"/>
        <pc:sldMkLst>
          <pc:docMk/>
          <pc:sldMk cId="0" sldId="295"/>
        </pc:sldMkLst>
        <pc:picChg chg="add mod">
          <ac:chgData name="Novembre Matteo" userId="437dbab0-cd7d-4665-9647-10d1fd490981" providerId="ADAL" clId="{71D4A954-A407-45A0-88CF-ADD9232790EB}" dt="2026-02-02T10:35:15.143" v="102" actId="1076"/>
          <ac:picMkLst>
            <pc:docMk/>
            <pc:sldMk cId="0" sldId="295"/>
            <ac:picMk id="72" creationId="{578D4B78-0C7E-5BA1-8D92-3ECA39D63DEE}"/>
          </ac:picMkLst>
        </pc:picChg>
      </pc:sldChg>
      <pc:sldChg chg="addSp delSp modSp mod">
        <pc:chgData name="Novembre Matteo" userId="437dbab0-cd7d-4665-9647-10d1fd490981" providerId="ADAL" clId="{71D4A954-A407-45A0-88CF-ADD9232790EB}" dt="2026-02-02T10:35:50.839" v="108" actId="1076"/>
        <pc:sldMkLst>
          <pc:docMk/>
          <pc:sldMk cId="0" sldId="298"/>
        </pc:sldMkLst>
        <pc:picChg chg="add mod">
          <ac:chgData name="Novembre Matteo" userId="437dbab0-cd7d-4665-9647-10d1fd490981" providerId="ADAL" clId="{71D4A954-A407-45A0-88CF-ADD9232790EB}" dt="2026-02-02T10:35:50.839" v="108" actId="1076"/>
          <ac:picMkLst>
            <pc:docMk/>
            <pc:sldMk cId="0" sldId="298"/>
            <ac:picMk id="72" creationId="{0629DF6E-B3A7-F424-3C01-85584BADD05D}"/>
          </ac:picMkLst>
        </pc:picChg>
      </pc:sldChg>
      <pc:sldChg chg="addSp delSp modSp mod modAnim">
        <pc:chgData name="Novembre Matteo" userId="437dbab0-cd7d-4665-9647-10d1fd490981" providerId="ADAL" clId="{71D4A954-A407-45A0-88CF-ADD9232790EB}" dt="2026-02-02T10:42:28.304" v="146" actId="1076"/>
        <pc:sldMkLst>
          <pc:docMk/>
          <pc:sldMk cId="0" sldId="300"/>
        </pc:sldMkLst>
        <pc:spChg chg="mod">
          <ac:chgData name="Novembre Matteo" userId="437dbab0-cd7d-4665-9647-10d1fd490981" providerId="ADAL" clId="{71D4A954-A407-45A0-88CF-ADD9232790EB}" dt="2026-02-02T10:42:06.977" v="139" actId="113"/>
          <ac:spMkLst>
            <pc:docMk/>
            <pc:sldMk cId="0" sldId="300"/>
            <ac:spMk id="25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2:10.872" v="141" actId="113"/>
          <ac:spMkLst>
            <pc:docMk/>
            <pc:sldMk cId="0" sldId="300"/>
            <ac:spMk id="31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2:14.512" v="143" actId="113"/>
          <ac:spMkLst>
            <pc:docMk/>
            <pc:sldMk cId="0" sldId="300"/>
            <ac:spMk id="49" creationId="{00000000-0000-0000-0000-000000000000}"/>
          </ac:spMkLst>
        </pc:spChg>
        <pc:spChg chg="add mod">
          <ac:chgData name="Novembre Matteo" userId="437dbab0-cd7d-4665-9647-10d1fd490981" providerId="ADAL" clId="{71D4A954-A407-45A0-88CF-ADD9232790EB}" dt="2026-02-02T10:40:23" v="117" actId="1076"/>
          <ac:spMkLst>
            <pc:docMk/>
            <pc:sldMk cId="0" sldId="300"/>
            <ac:spMk id="61" creationId="{6D4EAFFD-5BF7-452E-6A9C-F8BC4234A680}"/>
          </ac:spMkLst>
        </pc:spChg>
        <pc:spChg chg="add mod">
          <ac:chgData name="Novembre Matteo" userId="437dbab0-cd7d-4665-9647-10d1fd490981" providerId="ADAL" clId="{71D4A954-A407-45A0-88CF-ADD9232790EB}" dt="2026-02-02T10:40:23" v="117" actId="1076"/>
          <ac:spMkLst>
            <pc:docMk/>
            <pc:sldMk cId="0" sldId="300"/>
            <ac:spMk id="62" creationId="{71759ECE-6EC0-7BF8-89C9-2275591C65A2}"/>
          </ac:spMkLst>
        </pc:spChg>
        <pc:spChg chg="add mod">
          <ac:chgData name="Novembre Matteo" userId="437dbab0-cd7d-4665-9647-10d1fd490981" providerId="ADAL" clId="{71D4A954-A407-45A0-88CF-ADD9232790EB}" dt="2026-02-02T10:40:43.472" v="119" actId="1076"/>
          <ac:spMkLst>
            <pc:docMk/>
            <pc:sldMk cId="0" sldId="300"/>
            <ac:spMk id="63" creationId="{EDFC03F4-9255-D990-ECB3-084BA00EFFFA}"/>
          </ac:spMkLst>
        </pc:spChg>
        <pc:spChg chg="add mod">
          <ac:chgData name="Novembre Matteo" userId="437dbab0-cd7d-4665-9647-10d1fd490981" providerId="ADAL" clId="{71D4A954-A407-45A0-88CF-ADD9232790EB}" dt="2026-02-02T10:40:43.472" v="119" actId="1076"/>
          <ac:spMkLst>
            <pc:docMk/>
            <pc:sldMk cId="0" sldId="300"/>
            <ac:spMk id="64" creationId="{F238C060-EA41-0E76-CEFC-628AA9EBE78E}"/>
          </ac:spMkLst>
        </pc:spChg>
        <pc:spChg chg="add mod">
          <ac:chgData name="Novembre Matteo" userId="437dbab0-cd7d-4665-9647-10d1fd490981" providerId="ADAL" clId="{71D4A954-A407-45A0-88CF-ADD9232790EB}" dt="2026-02-02T10:40:53.656" v="121" actId="1076"/>
          <ac:spMkLst>
            <pc:docMk/>
            <pc:sldMk cId="0" sldId="300"/>
            <ac:spMk id="65" creationId="{35D64BFC-D9BF-A1A7-4470-B3022E888EE7}"/>
          </ac:spMkLst>
        </pc:spChg>
        <pc:spChg chg="add mod">
          <ac:chgData name="Novembre Matteo" userId="437dbab0-cd7d-4665-9647-10d1fd490981" providerId="ADAL" clId="{71D4A954-A407-45A0-88CF-ADD9232790EB}" dt="2026-02-02T10:40:53.656" v="121" actId="1076"/>
          <ac:spMkLst>
            <pc:docMk/>
            <pc:sldMk cId="0" sldId="300"/>
            <ac:spMk id="66" creationId="{2D7931A6-E2AE-EAFE-F909-E8D7484A4199}"/>
          </ac:spMkLst>
        </pc:spChg>
        <pc:spChg chg="add mod">
          <ac:chgData name="Novembre Matteo" userId="437dbab0-cd7d-4665-9647-10d1fd490981" providerId="ADAL" clId="{71D4A954-A407-45A0-88CF-ADD9232790EB}" dt="2026-02-02T10:42:21.392" v="144" actId="1076"/>
          <ac:spMkLst>
            <pc:docMk/>
            <pc:sldMk cId="0" sldId="300"/>
            <ac:spMk id="67" creationId="{0FA42C27-8B92-EC64-E6B1-2DA72D95B44A}"/>
          </ac:spMkLst>
        </pc:spChg>
        <pc:spChg chg="add mod">
          <ac:chgData name="Novembre Matteo" userId="437dbab0-cd7d-4665-9647-10d1fd490981" providerId="ADAL" clId="{71D4A954-A407-45A0-88CF-ADD9232790EB}" dt="2026-02-02T10:42:24.575" v="145" actId="1076"/>
          <ac:spMkLst>
            <pc:docMk/>
            <pc:sldMk cId="0" sldId="300"/>
            <ac:spMk id="68" creationId="{B0C132DE-7CE8-25E2-FB57-236D4EBC38FB}"/>
          </ac:spMkLst>
        </pc:spChg>
        <pc:spChg chg="add mod">
          <ac:chgData name="Novembre Matteo" userId="437dbab0-cd7d-4665-9647-10d1fd490981" providerId="ADAL" clId="{71D4A954-A407-45A0-88CF-ADD9232790EB}" dt="2026-02-02T10:42:28.304" v="146" actId="1076"/>
          <ac:spMkLst>
            <pc:docMk/>
            <pc:sldMk cId="0" sldId="300"/>
            <ac:spMk id="69" creationId="{E91D8A9F-A487-1C00-CAB1-EDBB1C8F895A}"/>
          </ac:spMkLst>
        </pc:spChg>
      </pc:sldChg>
      <pc:sldChg chg="addSp delSp modSp mod">
        <pc:chgData name="Novembre Matteo" userId="437dbab0-cd7d-4665-9647-10d1fd490981" providerId="ADAL" clId="{71D4A954-A407-45A0-88CF-ADD9232790EB}" dt="2026-02-02T10:43:26.095" v="152" actId="1076"/>
        <pc:sldMkLst>
          <pc:docMk/>
          <pc:sldMk cId="0" sldId="306"/>
        </pc:sldMkLst>
      </pc:sldChg>
      <pc:sldChg chg="addSp delSp modSp mod">
        <pc:chgData name="Novembre Matteo" userId="437dbab0-cd7d-4665-9647-10d1fd490981" providerId="ADAL" clId="{71D4A954-A407-45A0-88CF-ADD9232790EB}" dt="2026-02-02T10:44:00.431" v="157" actId="1076"/>
        <pc:sldMkLst>
          <pc:docMk/>
          <pc:sldMk cId="0" sldId="307"/>
        </pc:sldMkLst>
      </pc:sldChg>
      <pc:sldChg chg="addSp delSp modSp del mod">
        <pc:chgData name="Novembre Matteo" userId="437dbab0-cd7d-4665-9647-10d1fd490981" providerId="ADAL" clId="{71D4A954-A407-45A0-88CF-ADD9232790EB}" dt="2026-02-02T11:52:27.809" v="181" actId="47"/>
        <pc:sldMkLst>
          <pc:docMk/>
          <pc:sldMk cId="0" sldId="308"/>
        </pc:sldMkLst>
      </pc:sldChg>
      <pc:sldChg chg="addSp delSp modSp del mod">
        <pc:chgData name="Novembre Matteo" userId="437dbab0-cd7d-4665-9647-10d1fd490981" providerId="ADAL" clId="{71D4A954-A407-45A0-88CF-ADD9232790EB}" dt="2026-02-02T11:52:27.809" v="181" actId="47"/>
        <pc:sldMkLst>
          <pc:docMk/>
          <pc:sldMk cId="0" sldId="309"/>
        </pc:sldMkLst>
      </pc:sldChg>
      <pc:sldChg chg="modSp mod">
        <pc:chgData name="Novembre Matteo" userId="437dbab0-cd7d-4665-9647-10d1fd490981" providerId="ADAL" clId="{71D4A954-A407-45A0-88CF-ADD9232790EB}" dt="2026-02-02T11:50:14.655" v="180" actId="1076"/>
        <pc:sldMkLst>
          <pc:docMk/>
          <pc:sldMk cId="0" sldId="310"/>
        </pc:sldMkLst>
      </pc:sldChg>
      <pc:sldChg chg="addSp delSp modSp add mod">
        <pc:chgData name="Novembre Matteo" userId="437dbab0-cd7d-4665-9647-10d1fd490981" providerId="ADAL" clId="{71D4A954-A407-45A0-88CF-ADD9232790EB}" dt="2026-02-02T10:32:53.105" v="84" actId="1076"/>
        <pc:sldMkLst>
          <pc:docMk/>
          <pc:sldMk cId="1119716567" sldId="311"/>
        </pc:sldMkLst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64" creationId="{FD6587F1-AE2B-5BBF-61E9-9EAAE380A44F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65" creationId="{16F3469C-3B16-3377-426D-50FA7DD52256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67" creationId="{20C013C4-1D99-D483-A436-311EDAA46E3B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69" creationId="{CF76F511-2EE3-A10D-0816-E22DEFFB15D0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71" creationId="{57305762-9FC3-01DB-8891-3BA6AF099E53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73" creationId="{D9ACC35A-1BBF-7AD9-9B96-9AF289B98AD9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75" creationId="{F7BB650A-D85D-3D9B-D281-ECA97E37942F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77" creationId="{4C5E8E88-8801-4E06-B935-69012A4DE1F0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79" creationId="{52878DFD-0C5B-067F-4783-A1BE3AEBD659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81" creationId="{058041A4-4DB5-1A01-1A05-C3B9B53FD1C2}"/>
          </ac:spMkLst>
        </pc:spChg>
        <pc:spChg chg="add mod">
          <ac:chgData name="Novembre Matteo" userId="437dbab0-cd7d-4665-9647-10d1fd490981" providerId="ADAL" clId="{71D4A954-A407-45A0-88CF-ADD9232790EB}" dt="2026-02-02T10:32:38.504" v="83" actId="1076"/>
          <ac:spMkLst>
            <pc:docMk/>
            <pc:sldMk cId="1119716567" sldId="311"/>
            <ac:spMk id="82" creationId="{68CA3ACE-B79A-395D-039E-B8C2E6763067}"/>
          </ac:spMkLst>
        </pc:spChg>
      </pc:sldChg>
      <pc:sldChg chg="modSp mod">
        <pc:chgData name="Novembre Matteo" userId="437dbab0-cd7d-4665-9647-10d1fd490981" providerId="ADAL" clId="{71D4A954-A407-45A0-88CF-ADD9232790EB}" dt="2026-02-02T11:59:32.089" v="214" actId="14100"/>
        <pc:sldMkLst>
          <pc:docMk/>
          <pc:sldMk cId="0" sldId="312"/>
        </pc:sldMkLst>
        <pc:picChg chg="mod">
          <ac:chgData name="Novembre Matteo" userId="437dbab0-cd7d-4665-9647-10d1fd490981" providerId="ADAL" clId="{71D4A954-A407-45A0-88CF-ADD9232790EB}" dt="2026-02-02T11:59:32.089" v="214" actId="14100"/>
          <ac:picMkLst>
            <pc:docMk/>
            <pc:sldMk cId="0" sldId="312"/>
            <ac:picMk id="39" creationId="{00000000-0000-0000-0000-000000000000}"/>
          </ac:picMkLst>
        </pc:picChg>
      </pc:sldChg>
      <pc:sldChg chg="modSp mod">
        <pc:chgData name="Novembre Matteo" userId="437dbab0-cd7d-4665-9647-10d1fd490981" providerId="ADAL" clId="{71D4A954-A407-45A0-88CF-ADD9232790EB}" dt="2026-02-02T11:59:53.583" v="217" actId="1076"/>
        <pc:sldMkLst>
          <pc:docMk/>
          <pc:sldMk cId="0" sldId="314"/>
        </pc:sldMkLst>
        <pc:spChg chg="mod">
          <ac:chgData name="Novembre Matteo" userId="437dbab0-cd7d-4665-9647-10d1fd490981" providerId="ADAL" clId="{71D4A954-A407-45A0-88CF-ADD9232790EB}" dt="2026-02-02T11:59:48.919" v="215" actId="1076"/>
          <ac:spMkLst>
            <pc:docMk/>
            <pc:sldMk cId="0" sldId="314"/>
            <ac:spMk id="14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9:51.721" v="216" actId="1076"/>
          <ac:spMkLst>
            <pc:docMk/>
            <pc:sldMk cId="0" sldId="314"/>
            <ac:spMk id="36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9:53.583" v="217" actId="1076"/>
          <ac:spMkLst>
            <pc:docMk/>
            <pc:sldMk cId="0" sldId="314"/>
            <ac:spMk id="58" creationId="{00000000-0000-0000-0000-000000000000}"/>
          </ac:spMkLst>
        </pc:spChg>
      </pc:sldChg>
      <pc:sldChg chg="modSp mod">
        <pc:chgData name="Novembre Matteo" userId="437dbab0-cd7d-4665-9647-10d1fd490981" providerId="ADAL" clId="{71D4A954-A407-45A0-88CF-ADD9232790EB}" dt="2026-02-02T12:00:09.911" v="220" actId="1076"/>
        <pc:sldMkLst>
          <pc:docMk/>
          <pc:sldMk cId="0" sldId="315"/>
        </pc:sldMkLst>
        <pc:spChg chg="mod">
          <ac:chgData name="Novembre Matteo" userId="437dbab0-cd7d-4665-9647-10d1fd490981" providerId="ADAL" clId="{71D4A954-A407-45A0-88CF-ADD9232790EB}" dt="2026-02-02T12:00:07.536" v="219" actId="1076"/>
          <ac:spMkLst>
            <pc:docMk/>
            <pc:sldMk cId="0" sldId="315"/>
            <ac:spMk id="22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2:00:09.911" v="220" actId="1076"/>
          <ac:spMkLst>
            <pc:docMk/>
            <pc:sldMk cId="0" sldId="315"/>
            <ac:spMk id="45" creationId="{00000000-0000-0000-0000-000000000000}"/>
          </ac:spMkLst>
        </pc:spChg>
      </pc:sldChg>
      <pc:sldChg chg="addSp delSp modSp mod">
        <pc:chgData name="Novembre Matteo" userId="437dbab0-cd7d-4665-9647-10d1fd490981" providerId="ADAL" clId="{71D4A954-A407-45A0-88CF-ADD9232790EB}" dt="2026-02-02T12:00:47.741" v="227" actId="1076"/>
        <pc:sldMkLst>
          <pc:docMk/>
          <pc:sldMk cId="0" sldId="316"/>
        </pc:sldMkLst>
        <pc:picChg chg="mod">
          <ac:chgData name="Novembre Matteo" userId="437dbab0-cd7d-4665-9647-10d1fd490981" providerId="ADAL" clId="{71D4A954-A407-45A0-88CF-ADD9232790EB}" dt="2026-02-02T12:00:41.805" v="224" actId="1076"/>
          <ac:picMkLst>
            <pc:docMk/>
            <pc:sldMk cId="0" sldId="316"/>
            <ac:picMk id="5" creationId="{00000000-0000-0000-0000-000000000000}"/>
          </ac:picMkLst>
        </pc:picChg>
        <pc:picChg chg="add mod">
          <ac:chgData name="Novembre Matteo" userId="437dbab0-cd7d-4665-9647-10d1fd490981" providerId="ADAL" clId="{71D4A954-A407-45A0-88CF-ADD9232790EB}" dt="2026-02-02T12:00:39.848" v="223" actId="1076"/>
          <ac:picMkLst>
            <pc:docMk/>
            <pc:sldMk cId="0" sldId="316"/>
            <ac:picMk id="50" creationId="{4B9F342B-F643-3C03-ADE7-0DCEB3EB4F94}"/>
          </ac:picMkLst>
        </pc:picChg>
        <pc:picChg chg="add mod">
          <ac:chgData name="Novembre Matteo" userId="437dbab0-cd7d-4665-9647-10d1fd490981" providerId="ADAL" clId="{71D4A954-A407-45A0-88CF-ADD9232790EB}" dt="2026-02-02T12:00:47.741" v="227" actId="1076"/>
          <ac:picMkLst>
            <pc:docMk/>
            <pc:sldMk cId="0" sldId="316"/>
            <ac:picMk id="52" creationId="{6908645B-327C-75EA-BD19-8C4D44575CFA}"/>
          </ac:picMkLst>
        </pc:picChg>
      </pc:sldChg>
      <pc:sldChg chg="modSp mod">
        <pc:chgData name="Novembre Matteo" userId="437dbab0-cd7d-4665-9647-10d1fd490981" providerId="ADAL" clId="{71D4A954-A407-45A0-88CF-ADD9232790EB}" dt="2026-02-02T12:02:48.737" v="246" actId="1076"/>
        <pc:sldMkLst>
          <pc:docMk/>
          <pc:sldMk cId="0" sldId="317"/>
        </pc:sldMkLst>
        <pc:spChg chg="mod">
          <ac:chgData name="Novembre Matteo" userId="437dbab0-cd7d-4665-9647-10d1fd490981" providerId="ADAL" clId="{71D4A954-A407-45A0-88CF-ADD9232790EB}" dt="2026-02-02T12:02:39.691" v="244" actId="1076"/>
          <ac:spMkLst>
            <pc:docMk/>
            <pc:sldMk cId="0" sldId="317"/>
            <ac:spMk id="5" creationId="{00000000-0000-0000-0000-000000000000}"/>
          </ac:spMkLst>
        </pc:spChg>
        <pc:spChg chg="mod ord">
          <ac:chgData name="Novembre Matteo" userId="437dbab0-cd7d-4665-9647-10d1fd490981" providerId="ADAL" clId="{71D4A954-A407-45A0-88CF-ADD9232790EB}" dt="2026-02-02T12:02:45.848" v="245" actId="688"/>
          <ac:spMkLst>
            <pc:docMk/>
            <pc:sldMk cId="0" sldId="317"/>
            <ac:spMk id="39" creationId="{00000000-0000-0000-0000-000000000000}"/>
          </ac:spMkLst>
        </pc:spChg>
        <pc:spChg chg="mod ord">
          <ac:chgData name="Novembre Matteo" userId="437dbab0-cd7d-4665-9647-10d1fd490981" providerId="ADAL" clId="{71D4A954-A407-45A0-88CF-ADD9232790EB}" dt="2026-02-02T12:02:45.848" v="245" actId="688"/>
          <ac:spMkLst>
            <pc:docMk/>
            <pc:sldMk cId="0" sldId="317"/>
            <ac:spMk id="40" creationId="{00000000-0000-0000-0000-000000000000}"/>
          </ac:spMkLst>
        </pc:spChg>
        <pc:picChg chg="mod">
          <ac:chgData name="Novembre Matteo" userId="437dbab0-cd7d-4665-9647-10d1fd490981" providerId="ADAL" clId="{71D4A954-A407-45A0-88CF-ADD9232790EB}" dt="2026-02-02T12:02:48.737" v="246" actId="1076"/>
          <ac:picMkLst>
            <pc:docMk/>
            <pc:sldMk cId="0" sldId="317"/>
            <ac:picMk id="41" creationId="{00000000-0000-0000-0000-000000000000}"/>
          </ac:picMkLst>
        </pc:picChg>
      </pc:sldChg>
      <pc:sldChg chg="addSp delSp modSp mod">
        <pc:chgData name="Novembre Matteo" userId="437dbab0-cd7d-4665-9647-10d1fd490981" providerId="ADAL" clId="{71D4A954-A407-45A0-88CF-ADD9232790EB}" dt="2026-02-02T12:03:17.946" v="256" actId="478"/>
        <pc:sldMkLst>
          <pc:docMk/>
          <pc:sldMk cId="0" sldId="318"/>
        </pc:sldMkLst>
        <pc:picChg chg="add del">
          <ac:chgData name="Novembre Matteo" userId="437dbab0-cd7d-4665-9647-10d1fd490981" providerId="ADAL" clId="{71D4A954-A407-45A0-88CF-ADD9232790EB}" dt="2026-02-02T12:03:17.946" v="256" actId="478"/>
          <ac:picMkLst>
            <pc:docMk/>
            <pc:sldMk cId="0" sldId="318"/>
            <ac:picMk id="6" creationId="{00000000-0000-0000-0000-000000000000}"/>
          </ac:picMkLst>
        </pc:picChg>
        <pc:picChg chg="add del">
          <ac:chgData name="Novembre Matteo" userId="437dbab0-cd7d-4665-9647-10d1fd490981" providerId="ADAL" clId="{71D4A954-A407-45A0-88CF-ADD9232790EB}" dt="2026-02-02T12:03:16.464" v="253" actId="478"/>
          <ac:picMkLst>
            <pc:docMk/>
            <pc:sldMk cId="0" sldId="318"/>
            <ac:picMk id="7" creationId="{00000000-0000-0000-0000-000000000000}"/>
          </ac:picMkLst>
        </pc:picChg>
      </pc:sldChg>
      <pc:sldChg chg="modSp mod">
        <pc:chgData name="Novembre Matteo" userId="437dbab0-cd7d-4665-9647-10d1fd490981" providerId="ADAL" clId="{71D4A954-A407-45A0-88CF-ADD9232790EB}" dt="2026-02-02T12:03:46.286" v="260" actId="20577"/>
        <pc:sldMkLst>
          <pc:docMk/>
          <pc:sldMk cId="0" sldId="321"/>
        </pc:sldMkLst>
      </pc:sldChg>
      <pc:sldChg chg="modSp mod">
        <pc:chgData name="Novembre Matteo" userId="437dbab0-cd7d-4665-9647-10d1fd490981" providerId="ADAL" clId="{71D4A954-A407-45A0-88CF-ADD9232790EB}" dt="2026-02-02T12:04:00.090" v="261" actId="14100"/>
        <pc:sldMkLst>
          <pc:docMk/>
          <pc:sldMk cId="0" sldId="324"/>
        </pc:sldMkLst>
      </pc:sldChg>
      <pc:sldChg chg="modSp mod">
        <pc:chgData name="Novembre Matteo" userId="437dbab0-cd7d-4665-9647-10d1fd490981" providerId="ADAL" clId="{71D4A954-A407-45A0-88CF-ADD9232790EB}" dt="2026-02-02T12:04:16.703" v="262" actId="1076"/>
        <pc:sldMkLst>
          <pc:docMk/>
          <pc:sldMk cId="0" sldId="325"/>
        </pc:sldMkLst>
      </pc:sldChg>
      <pc:sldChg chg="modSp mod">
        <pc:chgData name="Novembre Matteo" userId="437dbab0-cd7d-4665-9647-10d1fd490981" providerId="ADAL" clId="{71D4A954-A407-45A0-88CF-ADD9232790EB}" dt="2026-02-02T12:05:07.224" v="277" actId="1076"/>
        <pc:sldMkLst>
          <pc:docMk/>
          <pc:sldMk cId="0" sldId="328"/>
        </pc:sldMkLst>
      </pc:sldChg>
      <pc:sldChg chg="modSp mod">
        <pc:chgData name="Novembre Matteo" userId="437dbab0-cd7d-4665-9647-10d1fd490981" providerId="ADAL" clId="{71D4A954-A407-45A0-88CF-ADD9232790EB}" dt="2026-02-02T12:05:28.583" v="280" actId="1076"/>
        <pc:sldMkLst>
          <pc:docMk/>
          <pc:sldMk cId="0" sldId="330"/>
        </pc:sldMkLst>
      </pc:sldChg>
      <pc:sldChg chg="modSp mod">
        <pc:chgData name="Novembre Matteo" userId="437dbab0-cd7d-4665-9647-10d1fd490981" providerId="ADAL" clId="{71D4A954-A407-45A0-88CF-ADD9232790EB}" dt="2026-02-02T12:05:49.568" v="284" actId="1076"/>
        <pc:sldMkLst>
          <pc:docMk/>
          <pc:sldMk cId="0" sldId="332"/>
        </pc:sldMkLst>
      </pc:sldChg>
      <pc:sldChg chg="addSp delSp modSp mod">
        <pc:chgData name="Novembre Matteo" userId="437dbab0-cd7d-4665-9647-10d1fd490981" providerId="ADAL" clId="{71D4A954-A407-45A0-88CF-ADD9232790EB}" dt="2026-02-02T12:06:13.945" v="289" actId="1076"/>
        <pc:sldMkLst>
          <pc:docMk/>
          <pc:sldMk cId="0" sldId="333"/>
        </pc:sldMkLst>
      </pc:sldChg>
      <pc:sldChg chg="addSp delSp modSp add mod">
        <pc:chgData name="Novembre Matteo" userId="437dbab0-cd7d-4665-9647-10d1fd490981" providerId="ADAL" clId="{71D4A954-A407-45A0-88CF-ADD9232790EB}" dt="2026-02-02T11:53:57.319" v="199" actId="1076"/>
        <pc:sldMkLst>
          <pc:docMk/>
          <pc:sldMk cId="0" sldId="336"/>
        </pc:sldMkLst>
      </pc:sldChg>
      <pc:sldChg chg="addSp delSp modSp add mod">
        <pc:chgData name="Novembre Matteo" userId="437dbab0-cd7d-4665-9647-10d1fd490981" providerId="ADAL" clId="{71D4A954-A407-45A0-88CF-ADD9232790EB}" dt="2026-02-02T12:06:57.927" v="297" actId="688"/>
        <pc:sldMkLst>
          <pc:docMk/>
          <pc:sldMk cId="0" sldId="33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427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2FA28-E9EB-5FCF-D474-DD45B9A48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08A788-3114-FB1C-113B-52AAB42B3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18416B-C30A-9FDE-ADD5-086679B76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FD110-E181-497B-93F2-2668A0D2DD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767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97223CB-80F4-5A2B-FBCF-8F0577C1D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5C71-6E8F-4A48-9A75-977949D9268F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16CAB44-9033-D4FC-C269-4E25F067A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634E491-4E22-916B-0A57-2EFE961FB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793B-E73B-47CB-B846-DB6D9D48C5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496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3" Type="http://schemas.openxmlformats.org/officeDocument/2006/relationships/image" Target="../media/image50.png"/><Relationship Id="rId21" Type="http://schemas.openxmlformats.org/officeDocument/2006/relationships/image" Target="../media/image65.png"/><Relationship Id="rId7" Type="http://schemas.openxmlformats.org/officeDocument/2006/relationships/image" Target="../media/image7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5.png"/><Relationship Id="rId5" Type="http://schemas.openxmlformats.org/officeDocument/2006/relationships/image" Target="../media/image52.png"/><Relationship Id="rId15" Type="http://schemas.openxmlformats.org/officeDocument/2006/relationships/image" Target="../media/image59.png"/><Relationship Id="rId10" Type="http://schemas.openxmlformats.org/officeDocument/2006/relationships/image" Target="../media/image10.png"/><Relationship Id="rId19" Type="http://schemas.openxmlformats.org/officeDocument/2006/relationships/image" Target="../media/image63.png"/><Relationship Id="rId4" Type="http://schemas.openxmlformats.org/officeDocument/2006/relationships/image" Target="../media/image51.png"/><Relationship Id="rId9" Type="http://schemas.openxmlformats.org/officeDocument/2006/relationships/image" Target="../media/image9.png"/><Relationship Id="rId14" Type="http://schemas.openxmlformats.org/officeDocument/2006/relationships/image" Target="../media/image58.png"/><Relationship Id="rId22" Type="http://schemas.openxmlformats.org/officeDocument/2006/relationships/image" Target="../media/image6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89.png"/><Relationship Id="rId18" Type="http://schemas.openxmlformats.org/officeDocument/2006/relationships/image" Target="../media/image94.png"/><Relationship Id="rId3" Type="http://schemas.openxmlformats.org/officeDocument/2006/relationships/image" Target="../media/image80.png"/><Relationship Id="rId21" Type="http://schemas.openxmlformats.org/officeDocument/2006/relationships/image" Target="../media/image97.png"/><Relationship Id="rId7" Type="http://schemas.openxmlformats.org/officeDocument/2006/relationships/image" Target="../media/image84.png"/><Relationship Id="rId12" Type="http://schemas.openxmlformats.org/officeDocument/2006/relationships/image" Target="../media/image88.png"/><Relationship Id="rId17" Type="http://schemas.openxmlformats.org/officeDocument/2006/relationships/image" Target="../media/image9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92.png"/><Relationship Id="rId20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11" Type="http://schemas.openxmlformats.org/officeDocument/2006/relationships/image" Target="../media/image87.png"/><Relationship Id="rId5" Type="http://schemas.openxmlformats.org/officeDocument/2006/relationships/image" Target="../media/image82.png"/><Relationship Id="rId15" Type="http://schemas.openxmlformats.org/officeDocument/2006/relationships/image" Target="../media/image91.png"/><Relationship Id="rId10" Type="http://schemas.openxmlformats.org/officeDocument/2006/relationships/image" Target="../media/image86.png"/><Relationship Id="rId19" Type="http://schemas.openxmlformats.org/officeDocument/2006/relationships/image" Target="../media/image95.png"/><Relationship Id="rId4" Type="http://schemas.openxmlformats.org/officeDocument/2006/relationships/image" Target="../media/image81.png"/><Relationship Id="rId9" Type="http://schemas.openxmlformats.org/officeDocument/2006/relationships/image" Target="../media/image9.png"/><Relationship Id="rId14" Type="http://schemas.openxmlformats.org/officeDocument/2006/relationships/image" Target="../media/image9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64.png"/><Relationship Id="rId18" Type="http://schemas.openxmlformats.org/officeDocument/2006/relationships/image" Target="../media/image65.png"/><Relationship Id="rId3" Type="http://schemas.openxmlformats.org/officeDocument/2006/relationships/image" Target="../media/image109.png"/><Relationship Id="rId7" Type="http://schemas.openxmlformats.org/officeDocument/2006/relationships/image" Target="../media/image84.png"/><Relationship Id="rId12" Type="http://schemas.openxmlformats.org/officeDocument/2006/relationships/image" Target="../media/image116.png"/><Relationship Id="rId17" Type="http://schemas.openxmlformats.org/officeDocument/2006/relationships/image" Target="../media/image11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18.png"/><Relationship Id="rId20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11" Type="http://schemas.openxmlformats.org/officeDocument/2006/relationships/image" Target="../media/image115.png"/><Relationship Id="rId5" Type="http://schemas.openxmlformats.org/officeDocument/2006/relationships/image" Target="../media/image111.png"/><Relationship Id="rId15" Type="http://schemas.openxmlformats.org/officeDocument/2006/relationships/image" Target="../media/image66.png"/><Relationship Id="rId10" Type="http://schemas.openxmlformats.org/officeDocument/2006/relationships/image" Target="../media/image10.png"/><Relationship Id="rId19" Type="http://schemas.openxmlformats.org/officeDocument/2006/relationships/image" Target="../media/image120.png"/><Relationship Id="rId4" Type="http://schemas.openxmlformats.org/officeDocument/2006/relationships/image" Target="../media/image110.png"/><Relationship Id="rId9" Type="http://schemas.openxmlformats.org/officeDocument/2006/relationships/image" Target="../media/image114.png"/><Relationship Id="rId14" Type="http://schemas.openxmlformats.org/officeDocument/2006/relationships/image" Target="../media/image1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22.png"/><Relationship Id="rId18" Type="http://schemas.openxmlformats.org/officeDocument/2006/relationships/image" Target="../media/image127.png"/><Relationship Id="rId3" Type="http://schemas.openxmlformats.org/officeDocument/2006/relationships/image" Target="../media/image109.png"/><Relationship Id="rId7" Type="http://schemas.openxmlformats.org/officeDocument/2006/relationships/image" Target="../media/image84.png"/><Relationship Id="rId12" Type="http://schemas.openxmlformats.org/officeDocument/2006/relationships/image" Target="../media/image116.png"/><Relationship Id="rId17" Type="http://schemas.openxmlformats.org/officeDocument/2006/relationships/image" Target="../media/image126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25.png"/><Relationship Id="rId20" Type="http://schemas.openxmlformats.org/officeDocument/2006/relationships/image" Target="../media/image1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11" Type="http://schemas.openxmlformats.org/officeDocument/2006/relationships/image" Target="../media/image115.png"/><Relationship Id="rId5" Type="http://schemas.openxmlformats.org/officeDocument/2006/relationships/image" Target="../media/image111.png"/><Relationship Id="rId15" Type="http://schemas.openxmlformats.org/officeDocument/2006/relationships/image" Target="../media/image124.png"/><Relationship Id="rId10" Type="http://schemas.openxmlformats.org/officeDocument/2006/relationships/image" Target="../media/image10.png"/><Relationship Id="rId19" Type="http://schemas.openxmlformats.org/officeDocument/2006/relationships/image" Target="../media/image128.png"/><Relationship Id="rId4" Type="http://schemas.openxmlformats.org/officeDocument/2006/relationships/image" Target="../media/image110.png"/><Relationship Id="rId9" Type="http://schemas.openxmlformats.org/officeDocument/2006/relationships/image" Target="../media/image114.png"/><Relationship Id="rId14" Type="http://schemas.openxmlformats.org/officeDocument/2006/relationships/image" Target="../media/image1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openxmlformats.org/officeDocument/2006/relationships/image" Target="../media/image140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11" Type="http://schemas.openxmlformats.org/officeDocument/2006/relationships/image" Target="../media/image138.png"/><Relationship Id="rId5" Type="http://schemas.openxmlformats.org/officeDocument/2006/relationships/image" Target="../media/image132.png"/><Relationship Id="rId15" Type="http://schemas.openxmlformats.org/officeDocument/2006/relationships/image" Target="../media/image14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Relationship Id="rId14" Type="http://schemas.openxmlformats.org/officeDocument/2006/relationships/image" Target="../media/image1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3" Type="http://schemas.openxmlformats.org/officeDocument/2006/relationships/image" Target="../media/image143.png"/><Relationship Id="rId7" Type="http://schemas.openxmlformats.org/officeDocument/2006/relationships/image" Target="../media/image1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8.png"/><Relationship Id="rId3" Type="http://schemas.openxmlformats.org/officeDocument/2006/relationships/image" Target="../media/image149.png"/><Relationship Id="rId7" Type="http://schemas.openxmlformats.org/officeDocument/2006/relationships/image" Target="../media/image153.png"/><Relationship Id="rId12" Type="http://schemas.openxmlformats.org/officeDocument/2006/relationships/image" Target="../media/image15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2.png"/><Relationship Id="rId11" Type="http://schemas.openxmlformats.org/officeDocument/2006/relationships/image" Target="../media/image156.png"/><Relationship Id="rId5" Type="http://schemas.openxmlformats.org/officeDocument/2006/relationships/image" Target="../media/image151.png"/><Relationship Id="rId10" Type="http://schemas.openxmlformats.org/officeDocument/2006/relationships/image" Target="../media/image155.png"/><Relationship Id="rId4" Type="http://schemas.openxmlformats.org/officeDocument/2006/relationships/image" Target="../media/image150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161.png"/><Relationship Id="rId12" Type="http://schemas.openxmlformats.org/officeDocument/2006/relationships/image" Target="../media/image16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163.png"/><Relationship Id="rId5" Type="http://schemas.openxmlformats.org/officeDocument/2006/relationships/image" Target="../media/image160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16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74.png"/><Relationship Id="rId3" Type="http://schemas.openxmlformats.org/officeDocument/2006/relationships/image" Target="../media/image165.png"/><Relationship Id="rId7" Type="http://schemas.openxmlformats.org/officeDocument/2006/relationships/image" Target="../media/image169.png"/><Relationship Id="rId12" Type="http://schemas.openxmlformats.org/officeDocument/2006/relationships/image" Target="../media/image173.png"/><Relationship Id="rId17" Type="http://schemas.openxmlformats.org/officeDocument/2006/relationships/image" Target="../media/image178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8.png"/><Relationship Id="rId11" Type="http://schemas.openxmlformats.org/officeDocument/2006/relationships/image" Target="../media/image116.png"/><Relationship Id="rId5" Type="http://schemas.openxmlformats.org/officeDocument/2006/relationships/image" Target="../media/image167.png"/><Relationship Id="rId15" Type="http://schemas.openxmlformats.org/officeDocument/2006/relationships/image" Target="../media/image176.png"/><Relationship Id="rId10" Type="http://schemas.openxmlformats.org/officeDocument/2006/relationships/image" Target="../media/image172.png"/><Relationship Id="rId4" Type="http://schemas.openxmlformats.org/officeDocument/2006/relationships/image" Target="../media/image166.png"/><Relationship Id="rId9" Type="http://schemas.openxmlformats.org/officeDocument/2006/relationships/image" Target="../media/image171.png"/><Relationship Id="rId14" Type="http://schemas.openxmlformats.org/officeDocument/2006/relationships/image" Target="../media/image17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13" Type="http://schemas.openxmlformats.org/officeDocument/2006/relationships/image" Target="../media/image187.png"/><Relationship Id="rId3" Type="http://schemas.openxmlformats.org/officeDocument/2006/relationships/image" Target="../media/image179.png"/><Relationship Id="rId7" Type="http://schemas.openxmlformats.org/officeDocument/2006/relationships/image" Target="../media/image183.png"/><Relationship Id="rId12" Type="http://schemas.openxmlformats.org/officeDocument/2006/relationships/image" Target="../media/image186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2.png"/><Relationship Id="rId11" Type="http://schemas.openxmlformats.org/officeDocument/2006/relationships/image" Target="../media/image185.png"/><Relationship Id="rId5" Type="http://schemas.openxmlformats.org/officeDocument/2006/relationships/image" Target="../media/image181.png"/><Relationship Id="rId15" Type="http://schemas.openxmlformats.org/officeDocument/2006/relationships/image" Target="../media/image188.png"/><Relationship Id="rId10" Type="http://schemas.openxmlformats.org/officeDocument/2006/relationships/image" Target="../media/image164.png"/><Relationship Id="rId4" Type="http://schemas.openxmlformats.org/officeDocument/2006/relationships/image" Target="../media/image180.png"/><Relationship Id="rId9" Type="http://schemas.openxmlformats.org/officeDocument/2006/relationships/image" Target="../media/image184.png"/><Relationship Id="rId14" Type="http://schemas.openxmlformats.org/officeDocument/2006/relationships/image" Target="../media/image10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3" Type="http://schemas.openxmlformats.org/officeDocument/2006/relationships/image" Target="../media/image190.png"/><Relationship Id="rId7" Type="http://schemas.openxmlformats.org/officeDocument/2006/relationships/image" Target="../media/image19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2.png"/><Relationship Id="rId5" Type="http://schemas.openxmlformats.org/officeDocument/2006/relationships/image" Target="../media/image145.png"/><Relationship Id="rId4" Type="http://schemas.openxmlformats.org/officeDocument/2006/relationships/image" Target="../media/image19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3" Type="http://schemas.openxmlformats.org/officeDocument/2006/relationships/image" Target="../media/image195.png"/><Relationship Id="rId7" Type="http://schemas.openxmlformats.org/officeDocument/2006/relationships/image" Target="../media/image19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7.png"/><Relationship Id="rId5" Type="http://schemas.openxmlformats.org/officeDocument/2006/relationships/image" Target="../media/image196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13" Type="http://schemas.openxmlformats.org/officeDocument/2006/relationships/image" Target="../media/image208.png"/><Relationship Id="rId3" Type="http://schemas.openxmlformats.org/officeDocument/2006/relationships/image" Target="../media/image130.png"/><Relationship Id="rId7" Type="http://schemas.openxmlformats.org/officeDocument/2006/relationships/image" Target="../media/image202.png"/><Relationship Id="rId12" Type="http://schemas.openxmlformats.org/officeDocument/2006/relationships/image" Target="../media/image20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1.png"/><Relationship Id="rId11" Type="http://schemas.openxmlformats.org/officeDocument/2006/relationships/image" Target="../media/image206.png"/><Relationship Id="rId5" Type="http://schemas.openxmlformats.org/officeDocument/2006/relationships/image" Target="../media/image132.png"/><Relationship Id="rId15" Type="http://schemas.openxmlformats.org/officeDocument/2006/relationships/image" Target="../media/image79.png"/><Relationship Id="rId10" Type="http://schemas.openxmlformats.org/officeDocument/2006/relationships/image" Target="../media/image205.png"/><Relationship Id="rId4" Type="http://schemas.openxmlformats.org/officeDocument/2006/relationships/image" Target="../media/image200.png"/><Relationship Id="rId9" Type="http://schemas.openxmlformats.org/officeDocument/2006/relationships/image" Target="../media/image204.png"/><Relationship Id="rId14" Type="http://schemas.openxmlformats.org/officeDocument/2006/relationships/image" Target="../media/image20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2.png"/><Relationship Id="rId4" Type="http://schemas.openxmlformats.org/officeDocument/2006/relationships/image" Target="../media/image21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13" Type="http://schemas.openxmlformats.org/officeDocument/2006/relationships/image" Target="../media/image223.png"/><Relationship Id="rId18" Type="http://schemas.openxmlformats.org/officeDocument/2006/relationships/image" Target="../media/image228.png"/><Relationship Id="rId3" Type="http://schemas.openxmlformats.org/officeDocument/2006/relationships/image" Target="../media/image213.png"/><Relationship Id="rId7" Type="http://schemas.openxmlformats.org/officeDocument/2006/relationships/image" Target="../media/image217.png"/><Relationship Id="rId12" Type="http://schemas.openxmlformats.org/officeDocument/2006/relationships/image" Target="../media/image222.png"/><Relationship Id="rId17" Type="http://schemas.openxmlformats.org/officeDocument/2006/relationships/image" Target="../media/image227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226.png"/><Relationship Id="rId20" Type="http://schemas.openxmlformats.org/officeDocument/2006/relationships/image" Target="../media/image2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6.png"/><Relationship Id="rId11" Type="http://schemas.openxmlformats.org/officeDocument/2006/relationships/image" Target="../media/image221.png"/><Relationship Id="rId5" Type="http://schemas.openxmlformats.org/officeDocument/2006/relationships/image" Target="../media/image215.png"/><Relationship Id="rId15" Type="http://schemas.openxmlformats.org/officeDocument/2006/relationships/image" Target="../media/image225.png"/><Relationship Id="rId10" Type="http://schemas.openxmlformats.org/officeDocument/2006/relationships/image" Target="../media/image220.png"/><Relationship Id="rId19" Type="http://schemas.openxmlformats.org/officeDocument/2006/relationships/image" Target="../media/image229.png"/><Relationship Id="rId4" Type="http://schemas.openxmlformats.org/officeDocument/2006/relationships/image" Target="../media/image214.png"/><Relationship Id="rId9" Type="http://schemas.openxmlformats.org/officeDocument/2006/relationships/image" Target="../media/image219.png"/><Relationship Id="rId14" Type="http://schemas.openxmlformats.org/officeDocument/2006/relationships/image" Target="../media/image2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7" Type="http://schemas.openxmlformats.org/officeDocument/2006/relationships/image" Target="../media/image2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3.png"/><Relationship Id="rId5" Type="http://schemas.openxmlformats.org/officeDocument/2006/relationships/image" Target="../media/image145.png"/><Relationship Id="rId4" Type="http://schemas.openxmlformats.org/officeDocument/2006/relationships/image" Target="../media/image23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image" Target="../media/image235.png"/><Relationship Id="rId7" Type="http://schemas.openxmlformats.org/officeDocument/2006/relationships/image" Target="../media/image2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8.png"/><Relationship Id="rId5" Type="http://schemas.openxmlformats.org/officeDocument/2006/relationships/image" Target="../media/image237.png"/><Relationship Id="rId4" Type="http://schemas.openxmlformats.org/officeDocument/2006/relationships/image" Target="../media/image23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png"/><Relationship Id="rId13" Type="http://schemas.openxmlformats.org/officeDocument/2006/relationships/image" Target="../media/image248.png"/><Relationship Id="rId3" Type="http://schemas.openxmlformats.org/officeDocument/2006/relationships/image" Target="../media/image67.png"/><Relationship Id="rId7" Type="http://schemas.openxmlformats.org/officeDocument/2006/relationships/image" Target="../media/image69.png"/><Relationship Id="rId12" Type="http://schemas.openxmlformats.org/officeDocument/2006/relationships/image" Target="../media/image2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2.png"/><Relationship Id="rId11" Type="http://schemas.openxmlformats.org/officeDocument/2006/relationships/image" Target="../media/image246.png"/><Relationship Id="rId5" Type="http://schemas.openxmlformats.org/officeDocument/2006/relationships/image" Target="../media/image71.png"/><Relationship Id="rId15" Type="http://schemas.openxmlformats.org/officeDocument/2006/relationships/image" Target="../media/image250.png"/><Relationship Id="rId10" Type="http://schemas.openxmlformats.org/officeDocument/2006/relationships/image" Target="../media/image245.png"/><Relationship Id="rId4" Type="http://schemas.openxmlformats.org/officeDocument/2006/relationships/image" Target="../media/image241.png"/><Relationship Id="rId9" Type="http://schemas.openxmlformats.org/officeDocument/2006/relationships/image" Target="../media/image244.png"/><Relationship Id="rId14" Type="http://schemas.openxmlformats.org/officeDocument/2006/relationships/image" Target="../media/image24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252.png"/><Relationship Id="rId12" Type="http://schemas.openxmlformats.org/officeDocument/2006/relationships/image" Target="../media/image25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254.png"/><Relationship Id="rId5" Type="http://schemas.openxmlformats.org/officeDocument/2006/relationships/image" Target="../media/image251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25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png"/><Relationship Id="rId3" Type="http://schemas.openxmlformats.org/officeDocument/2006/relationships/image" Target="../media/image256.png"/><Relationship Id="rId7" Type="http://schemas.openxmlformats.org/officeDocument/2006/relationships/image" Target="../media/image26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9.png"/><Relationship Id="rId5" Type="http://schemas.openxmlformats.org/officeDocument/2006/relationships/image" Target="../media/image258.png"/><Relationship Id="rId4" Type="http://schemas.openxmlformats.org/officeDocument/2006/relationships/image" Target="../media/image25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3.png"/><Relationship Id="rId7" Type="http://schemas.openxmlformats.org/officeDocument/2006/relationships/image" Target="../media/image263.png"/><Relationship Id="rId12" Type="http://schemas.openxmlformats.org/officeDocument/2006/relationships/image" Target="../media/image26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265.png"/><Relationship Id="rId5" Type="http://schemas.openxmlformats.org/officeDocument/2006/relationships/image" Target="../media/image262.png"/><Relationship Id="rId10" Type="http://schemas.openxmlformats.org/officeDocument/2006/relationships/image" Target="../media/image38.png"/><Relationship Id="rId4" Type="http://schemas.openxmlformats.org/officeDocument/2006/relationships/image" Target="../media/image34.png"/><Relationship Id="rId9" Type="http://schemas.openxmlformats.org/officeDocument/2006/relationships/image" Target="../media/image26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8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270.png"/><Relationship Id="rId12" Type="http://schemas.openxmlformats.org/officeDocument/2006/relationships/image" Target="../media/image27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272.png"/><Relationship Id="rId5" Type="http://schemas.openxmlformats.org/officeDocument/2006/relationships/image" Target="../media/image269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27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275.png"/><Relationship Id="rId12" Type="http://schemas.openxmlformats.org/officeDocument/2006/relationships/image" Target="../media/image16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277.png"/><Relationship Id="rId5" Type="http://schemas.openxmlformats.org/officeDocument/2006/relationships/image" Target="../media/image274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27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279.png"/><Relationship Id="rId12" Type="http://schemas.openxmlformats.org/officeDocument/2006/relationships/image" Target="../media/image28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281.png"/><Relationship Id="rId5" Type="http://schemas.openxmlformats.org/officeDocument/2006/relationships/image" Target="../media/image278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28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284.png"/><Relationship Id="rId12" Type="http://schemas.openxmlformats.org/officeDocument/2006/relationships/image" Target="../media/image25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286.png"/><Relationship Id="rId5" Type="http://schemas.openxmlformats.org/officeDocument/2006/relationships/image" Target="../media/image283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28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png"/><Relationship Id="rId13" Type="http://schemas.openxmlformats.org/officeDocument/2006/relationships/image" Target="../media/image293.png"/><Relationship Id="rId18" Type="http://schemas.openxmlformats.org/officeDocument/2006/relationships/image" Target="../media/image298.png"/><Relationship Id="rId3" Type="http://schemas.openxmlformats.org/officeDocument/2006/relationships/image" Target="../media/image287.png"/><Relationship Id="rId7" Type="http://schemas.openxmlformats.org/officeDocument/2006/relationships/image" Target="../media/image291.png"/><Relationship Id="rId12" Type="http://schemas.openxmlformats.org/officeDocument/2006/relationships/image" Target="../media/image11.png"/><Relationship Id="rId17" Type="http://schemas.openxmlformats.org/officeDocument/2006/relationships/image" Target="../media/image297.pn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2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0.png"/><Relationship Id="rId11" Type="http://schemas.openxmlformats.org/officeDocument/2006/relationships/image" Target="../media/image10.png"/><Relationship Id="rId5" Type="http://schemas.openxmlformats.org/officeDocument/2006/relationships/image" Target="../media/image289.png"/><Relationship Id="rId15" Type="http://schemas.openxmlformats.org/officeDocument/2006/relationships/image" Target="../media/image295.png"/><Relationship Id="rId10" Type="http://schemas.openxmlformats.org/officeDocument/2006/relationships/image" Target="../media/image9.png"/><Relationship Id="rId19" Type="http://schemas.openxmlformats.org/officeDocument/2006/relationships/image" Target="../media/image299.png"/><Relationship Id="rId4" Type="http://schemas.openxmlformats.org/officeDocument/2006/relationships/image" Target="../media/image288.png"/><Relationship Id="rId9" Type="http://schemas.openxmlformats.org/officeDocument/2006/relationships/image" Target="../media/image8.png"/><Relationship Id="rId14" Type="http://schemas.openxmlformats.org/officeDocument/2006/relationships/image" Target="../media/image29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png"/><Relationship Id="rId13" Type="http://schemas.openxmlformats.org/officeDocument/2006/relationships/image" Target="../media/image310.png"/><Relationship Id="rId3" Type="http://schemas.openxmlformats.org/officeDocument/2006/relationships/image" Target="../media/image300.png"/><Relationship Id="rId7" Type="http://schemas.openxmlformats.org/officeDocument/2006/relationships/image" Target="../media/image304.png"/><Relationship Id="rId12" Type="http://schemas.openxmlformats.org/officeDocument/2006/relationships/image" Target="../media/image30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3.png"/><Relationship Id="rId11" Type="http://schemas.openxmlformats.org/officeDocument/2006/relationships/image" Target="../media/image308.png"/><Relationship Id="rId5" Type="http://schemas.openxmlformats.org/officeDocument/2006/relationships/image" Target="../media/image302.png"/><Relationship Id="rId15" Type="http://schemas.openxmlformats.org/officeDocument/2006/relationships/image" Target="../media/image312.png"/><Relationship Id="rId10" Type="http://schemas.openxmlformats.org/officeDocument/2006/relationships/image" Target="../media/image307.png"/><Relationship Id="rId4" Type="http://schemas.openxmlformats.org/officeDocument/2006/relationships/image" Target="../media/image301.png"/><Relationship Id="rId9" Type="http://schemas.openxmlformats.org/officeDocument/2006/relationships/image" Target="../media/image306.png"/><Relationship Id="rId14" Type="http://schemas.openxmlformats.org/officeDocument/2006/relationships/image" Target="../media/image31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8.png"/><Relationship Id="rId3" Type="http://schemas.openxmlformats.org/officeDocument/2006/relationships/image" Target="../media/image313.png"/><Relationship Id="rId7" Type="http://schemas.openxmlformats.org/officeDocument/2006/relationships/image" Target="../media/image3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6.png"/><Relationship Id="rId5" Type="http://schemas.openxmlformats.org/officeDocument/2006/relationships/image" Target="../media/image315.png"/><Relationship Id="rId10" Type="http://schemas.openxmlformats.org/officeDocument/2006/relationships/image" Target="../media/image320.png"/><Relationship Id="rId4" Type="http://schemas.openxmlformats.org/officeDocument/2006/relationships/image" Target="../media/image314.png"/><Relationship Id="rId9" Type="http://schemas.openxmlformats.org/officeDocument/2006/relationships/image" Target="../media/image31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png"/><Relationship Id="rId3" Type="http://schemas.openxmlformats.org/officeDocument/2006/relationships/image" Target="../media/image321.png"/><Relationship Id="rId7" Type="http://schemas.openxmlformats.org/officeDocument/2006/relationships/image" Target="../media/image325.png"/><Relationship Id="rId12" Type="http://schemas.openxmlformats.org/officeDocument/2006/relationships/image" Target="../media/image3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4.png"/><Relationship Id="rId11" Type="http://schemas.openxmlformats.org/officeDocument/2006/relationships/image" Target="../media/image329.png"/><Relationship Id="rId5" Type="http://schemas.openxmlformats.org/officeDocument/2006/relationships/image" Target="../media/image323.png"/><Relationship Id="rId10" Type="http://schemas.openxmlformats.org/officeDocument/2006/relationships/image" Target="../media/image328.png"/><Relationship Id="rId4" Type="http://schemas.openxmlformats.org/officeDocument/2006/relationships/image" Target="../media/image322.png"/><Relationship Id="rId9" Type="http://schemas.openxmlformats.org/officeDocument/2006/relationships/image" Target="../media/image32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5.png"/><Relationship Id="rId13" Type="http://schemas.openxmlformats.org/officeDocument/2006/relationships/image" Target="../media/image340.png"/><Relationship Id="rId3" Type="http://schemas.openxmlformats.org/officeDocument/2006/relationships/image" Target="../media/image331.png"/><Relationship Id="rId7" Type="http://schemas.openxmlformats.org/officeDocument/2006/relationships/image" Target="../media/image211.png"/><Relationship Id="rId12" Type="http://schemas.openxmlformats.org/officeDocument/2006/relationships/image" Target="../media/image339.png"/><Relationship Id="rId17" Type="http://schemas.openxmlformats.org/officeDocument/2006/relationships/image" Target="../media/image344.pn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3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4.png"/><Relationship Id="rId11" Type="http://schemas.openxmlformats.org/officeDocument/2006/relationships/image" Target="../media/image338.png"/><Relationship Id="rId5" Type="http://schemas.openxmlformats.org/officeDocument/2006/relationships/image" Target="../media/image333.png"/><Relationship Id="rId15" Type="http://schemas.openxmlformats.org/officeDocument/2006/relationships/image" Target="../media/image342.png"/><Relationship Id="rId10" Type="http://schemas.openxmlformats.org/officeDocument/2006/relationships/image" Target="../media/image337.png"/><Relationship Id="rId4" Type="http://schemas.openxmlformats.org/officeDocument/2006/relationships/image" Target="../media/image332.png"/><Relationship Id="rId9" Type="http://schemas.openxmlformats.org/officeDocument/2006/relationships/image" Target="../media/image336.png"/><Relationship Id="rId14" Type="http://schemas.openxmlformats.org/officeDocument/2006/relationships/image" Target="../media/image34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13" Type="http://schemas.openxmlformats.org/officeDocument/2006/relationships/image" Target="../media/image355.png"/><Relationship Id="rId3" Type="http://schemas.openxmlformats.org/officeDocument/2006/relationships/image" Target="../media/image345.png"/><Relationship Id="rId7" Type="http://schemas.openxmlformats.org/officeDocument/2006/relationships/image" Target="../media/image349.png"/><Relationship Id="rId12" Type="http://schemas.openxmlformats.org/officeDocument/2006/relationships/image" Target="../media/image35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8.png"/><Relationship Id="rId11" Type="http://schemas.openxmlformats.org/officeDocument/2006/relationships/image" Target="../media/image353.png"/><Relationship Id="rId5" Type="http://schemas.openxmlformats.org/officeDocument/2006/relationships/image" Target="../media/image347.png"/><Relationship Id="rId15" Type="http://schemas.openxmlformats.org/officeDocument/2006/relationships/image" Target="../media/image357.png"/><Relationship Id="rId10" Type="http://schemas.openxmlformats.org/officeDocument/2006/relationships/image" Target="../media/image352.png"/><Relationship Id="rId4" Type="http://schemas.openxmlformats.org/officeDocument/2006/relationships/image" Target="../media/image346.png"/><Relationship Id="rId9" Type="http://schemas.openxmlformats.org/officeDocument/2006/relationships/image" Target="../media/image351.png"/><Relationship Id="rId14" Type="http://schemas.openxmlformats.org/officeDocument/2006/relationships/image" Target="../media/image35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3.png"/><Relationship Id="rId7" Type="http://schemas.openxmlformats.org/officeDocument/2006/relationships/image" Target="../media/image359.png"/><Relationship Id="rId12" Type="http://schemas.openxmlformats.org/officeDocument/2006/relationships/image" Target="../media/image36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361.png"/><Relationship Id="rId5" Type="http://schemas.openxmlformats.org/officeDocument/2006/relationships/image" Target="../media/image358.png"/><Relationship Id="rId10" Type="http://schemas.openxmlformats.org/officeDocument/2006/relationships/image" Target="../media/image38.png"/><Relationship Id="rId4" Type="http://schemas.openxmlformats.org/officeDocument/2006/relationships/image" Target="../media/image34.png"/><Relationship Id="rId9" Type="http://schemas.openxmlformats.org/officeDocument/2006/relationships/image" Target="../media/image36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4.png"/><Relationship Id="rId5" Type="http://schemas.openxmlformats.org/officeDocument/2006/relationships/image" Target="../media/image45.png"/><Relationship Id="rId4" Type="http://schemas.openxmlformats.org/officeDocument/2006/relationships/image" Target="../media/image3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C6F1D-8C80-F7A7-B807-FDAED8097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 di testo 2">
            <a:extLst>
              <a:ext uri="{FF2B5EF4-FFF2-40B4-BE49-F238E27FC236}">
                <a16:creationId xmlns:a16="http://schemas.microsoft.com/office/drawing/2014/main" id="{6201B96D-2EFB-DD45-37D1-65F177243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998" y="4170460"/>
            <a:ext cx="3552190" cy="27699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392818B8-6C06-A1C8-2E57-F8033B428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641" y="5200651"/>
            <a:ext cx="1248709" cy="684776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A040B3D1-9368-26DA-1FC4-8B5CCA0E5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" t="-111" r="-9" b="-111"/>
          <a:stretch>
            <a:fillRect/>
          </a:stretch>
        </p:blipFill>
        <p:spPr bwMode="auto">
          <a:xfrm>
            <a:off x="1842450" y="412572"/>
            <a:ext cx="8507093" cy="72608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FEF7584F-4C70-1ECD-C15B-F91FD073E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535820"/>
              </p:ext>
            </p:extLst>
          </p:nvPr>
        </p:nvGraphicFramePr>
        <p:xfrm>
          <a:off x="1316052" y="2281726"/>
          <a:ext cx="9178183" cy="22731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09610">
                  <a:extLst>
                    <a:ext uri="{9D8B030D-6E8A-4147-A177-3AD203B41FA5}">
                      <a16:colId xmlns:a16="http://schemas.microsoft.com/office/drawing/2014/main" val="265635030"/>
                    </a:ext>
                  </a:extLst>
                </a:gridCol>
                <a:gridCol w="6368573">
                  <a:extLst>
                    <a:ext uri="{9D8B030D-6E8A-4147-A177-3AD203B41FA5}">
                      <a16:colId xmlns:a16="http://schemas.microsoft.com/office/drawing/2014/main" val="1002503838"/>
                    </a:ext>
                  </a:extLst>
                </a:gridCol>
              </a:tblGrid>
              <a:tr h="779032">
                <a:tc>
                  <a:txBody>
                    <a:bodyPr/>
                    <a:lstStyle/>
                    <a:p>
                      <a:pPr algn="l"/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DOCENTE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NOVEMBRE Matteo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00898"/>
                  </a:ext>
                </a:extLst>
              </a:tr>
              <a:tr h="779032">
                <a:tc>
                  <a:txBody>
                    <a:bodyPr/>
                    <a:lstStyle/>
                    <a:p>
                      <a:pPr algn="l"/>
                      <a:r>
                        <a:rPr lang="it-IT" sz="1800" b="1" dirty="0">
                          <a:solidFill>
                            <a:sysClr val="windowText" lastClr="000000"/>
                          </a:solidFill>
                        </a:rPr>
                        <a:t>UNITA’ FORMATIVA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Microsoft 365 e </a:t>
                      </a:r>
                      <a:r>
                        <a:rPr lang="it-IT" sz="1800" dirty="0" err="1">
                          <a:solidFill>
                            <a:sysClr val="windowText" lastClr="000000"/>
                          </a:solidFill>
                        </a:rPr>
                        <a:t>Sharepoint</a:t>
                      </a:r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056960"/>
                  </a:ext>
                </a:extLst>
              </a:tr>
              <a:tr h="715116">
                <a:tc>
                  <a:txBody>
                    <a:bodyPr/>
                    <a:lstStyle/>
                    <a:p>
                      <a:pPr algn="l"/>
                      <a:r>
                        <a:rPr lang="it-IT" sz="1800" b="1" dirty="0">
                          <a:solidFill>
                            <a:sysClr val="windowText" lastClr="000000"/>
                          </a:solidFill>
                        </a:rPr>
                        <a:t>ARGOMENTO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Microsoft 365: Portale ed Exchange Online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271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00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465783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43407" y="1636776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1328" b="-1328"/>
          <a:stretch/>
        </p:blipFill>
        <p:spPr>
          <a:xfrm>
            <a:off x="847649" y="1751076"/>
            <a:ext cx="219456" cy="2002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43254" y="1636776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Punto di Accesso App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343254" y="1915668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L'App Launcher ("Waffle") offre accesso immediato a tutte le applicazioni web di Office e servizi cloud da un unico menu.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2639873"/>
            <a:ext cx="4972507" cy="1171346"/>
          </a:xfrm>
          <a:prstGeom prst="roundRect">
            <a:avLst>
              <a:gd name="adj" fmla="val 76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743407" y="2811780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7707" y="2926080"/>
            <a:ext cx="200254" cy="20025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43254" y="2811780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Lista File Recenti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343254" y="3089758"/>
            <a:ext cx="41056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Ritrova istantaneamente documenti, fogli di calcolo e presentazioni su cui hai lavorato di recente, indipendentemente dal dispositivo.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1500" y="3995928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43407" y="4166921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4281221"/>
            <a:ext cx="200254" cy="20025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43254" y="4166921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Ricerca Unica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343254" y="4445813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Barra di ricerca intelligente che trova app, file, persone e siti SharePoint in tutto l'ecosistema aziendale.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71500" y="5170018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743407" y="5341925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7707" y="5456225"/>
            <a:ext cx="200254" cy="20025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43254" y="5341925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Web Office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343254" y="5619902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Versioni online complete di Word, Excel e PowerPoint per lavorare direttamente nel browser senza installare nulla.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639105" y="1047902"/>
            <a:ext cx="1904695" cy="1904695"/>
          </a:xfrm>
          <a:prstGeom prst="roundRect">
            <a:avLst>
              <a:gd name="adj" fmla="val 4801"/>
            </a:avLst>
          </a:prstGeom>
          <a:solidFill>
            <a:srgbClr val="FFEBD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0"/>
          <p:cNvSpPr/>
          <p:nvPr/>
        </p:nvSpPr>
        <p:spPr>
          <a:xfrm>
            <a:off x="9239098" y="4095598"/>
            <a:ext cx="2857500" cy="2857500"/>
          </a:xfrm>
          <a:prstGeom prst="ellipse">
            <a:avLst/>
          </a:prstGeom>
          <a:solidFill>
            <a:srgbClr val="CFE6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2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3"/>
          <p:cNvSpPr txBox="1"/>
          <p:nvPr/>
        </p:nvSpPr>
        <p:spPr>
          <a:xfrm>
            <a:off x="571500" y="152705"/>
            <a:ext cx="3771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Accesso e Produttività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71500" y="381305"/>
            <a:ext cx="46552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Portale Microsoft 365</a:t>
            </a:r>
            <a:endParaRPr lang="en-US" sz="2700" dirty="0"/>
          </a:p>
        </p:txBody>
      </p:sp>
      <p:sp>
        <p:nvSpPr>
          <p:cNvPr id="31" name="Shape 25"/>
          <p:cNvSpPr/>
          <p:nvPr/>
        </p:nvSpPr>
        <p:spPr>
          <a:xfrm>
            <a:off x="9565538" y="276149"/>
            <a:ext cx="2057400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9765792" y="381305"/>
            <a:ext cx="171907" cy="152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051085" y="276149"/>
            <a:ext cx="14292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 Unificata</a:t>
            </a:r>
            <a:endParaRPr lang="en-US" sz="10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24398" y="2109521"/>
            <a:ext cx="5695798" cy="4143146"/>
          </a:xfrm>
          <a:prstGeom prst="rect">
            <a:avLst/>
          </a:prstGeom>
        </p:spPr>
      </p:pic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 t="-80" b="-80"/>
          <a:stretch/>
        </p:blipFill>
        <p:spPr>
          <a:xfrm>
            <a:off x="6029554" y="2214677"/>
            <a:ext cx="5486400" cy="286207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172200" y="2309774"/>
            <a:ext cx="95098" cy="9509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28"/>
          <p:cNvSpPr/>
          <p:nvPr/>
        </p:nvSpPr>
        <p:spPr>
          <a:xfrm>
            <a:off x="6324905" y="2309774"/>
            <a:ext cx="95098" cy="9509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29"/>
          <p:cNvSpPr/>
          <p:nvPr/>
        </p:nvSpPr>
        <p:spPr>
          <a:xfrm>
            <a:off x="6476695" y="2309774"/>
            <a:ext cx="95098" cy="95098"/>
          </a:xfrm>
          <a:prstGeom prst="ellipse">
            <a:avLst/>
          </a:prstGeom>
          <a:solidFill>
            <a:srgbClr val="28C9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0"/>
          <p:cNvSpPr/>
          <p:nvPr/>
        </p:nvSpPr>
        <p:spPr>
          <a:xfrm>
            <a:off x="6724498" y="2243023"/>
            <a:ext cx="3467405" cy="2286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1"/>
          <p:cNvSpPr txBox="1"/>
          <p:nvPr/>
        </p:nvSpPr>
        <p:spPr>
          <a:xfrm>
            <a:off x="7010704" y="2252624"/>
            <a:ext cx="3247949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www.microsoft365.com </a:t>
            </a:r>
            <a:endParaRPr lang="en-US" sz="9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rcRect l="-2571" r="-2571"/>
          <a:stretch/>
        </p:blipFill>
        <p:spPr>
          <a:xfrm>
            <a:off x="6838798" y="2300630"/>
            <a:ext cx="105156" cy="114300"/>
          </a:xfrm>
          <a:prstGeom prst="rect">
            <a:avLst/>
          </a:prstGeom>
        </p:spPr>
      </p:pic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1"/>
          <a:srcRect l="-5" r="-5"/>
          <a:stretch/>
        </p:blipFill>
        <p:spPr>
          <a:xfrm>
            <a:off x="6029554" y="2547518"/>
            <a:ext cx="5486400" cy="3612795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6029554" y="2572207"/>
            <a:ext cx="476402" cy="3588106"/>
          </a:xfrm>
          <a:prstGeom prst="roundRect">
            <a:avLst>
              <a:gd name="adj" fmla="val 30710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4" name="Shape 33"/>
          <p:cNvSpPr/>
          <p:nvPr/>
        </p:nvSpPr>
        <p:spPr>
          <a:xfrm>
            <a:off x="6496812" y="2547518"/>
            <a:ext cx="9144" cy="3047695"/>
          </a:xfrm>
          <a:prstGeom prst="roundRect">
            <a:avLst>
              <a:gd name="adj" fmla="val 1600000"/>
            </a:avLst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176772" y="2691079"/>
            <a:ext cx="171907" cy="171907"/>
          </a:xfrm>
          <a:prstGeom prst="rect">
            <a:avLst/>
          </a:prstGeom>
        </p:spPr>
      </p:pic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3"/>
          <a:srcRect t="-20279" b="-20279"/>
          <a:stretch/>
        </p:blipFill>
        <p:spPr>
          <a:xfrm>
            <a:off x="6078016" y="2995117"/>
            <a:ext cx="381305" cy="476402"/>
          </a:xfrm>
          <a:prstGeom prst="rect">
            <a:avLst/>
          </a:prstGeom>
        </p:spPr>
      </p:pic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4"/>
          <a:srcRect l="-3753" r="-3753"/>
          <a:stretch/>
        </p:blipFill>
        <p:spPr>
          <a:xfrm>
            <a:off x="6110021" y="3624682"/>
            <a:ext cx="304495" cy="323698"/>
          </a:xfrm>
          <a:prstGeom prst="rect">
            <a:avLst/>
          </a:prstGeom>
        </p:spPr>
      </p:pic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185002" y="5858561"/>
            <a:ext cx="171907" cy="171907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6696151" y="2757830"/>
            <a:ext cx="16532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Buon pomeriggio</a:t>
            </a:r>
            <a:endParaRPr lang="en-US" sz="1300" dirty="0"/>
          </a:p>
        </p:txBody>
      </p:sp>
      <p:sp>
        <p:nvSpPr>
          <p:cNvPr id="50" name="Shape 35"/>
          <p:cNvSpPr/>
          <p:nvPr/>
        </p:nvSpPr>
        <p:spPr>
          <a:xfrm>
            <a:off x="8547811" y="2738628"/>
            <a:ext cx="2781605" cy="304495"/>
          </a:xfrm>
          <a:prstGeom prst="roundRect">
            <a:avLst>
              <a:gd name="adj" fmla="val 375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36"/>
          <p:cNvSpPr txBox="1"/>
          <p:nvPr/>
        </p:nvSpPr>
        <p:spPr>
          <a:xfrm>
            <a:off x="8843162" y="2738628"/>
            <a:ext cx="2562149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Cerca app, file e altro... </a:t>
            </a:r>
            <a:endParaRPr lang="en-US" sz="900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642909" y="2829154"/>
            <a:ext cx="123444" cy="123444"/>
          </a:xfrm>
          <a:prstGeom prst="rect">
            <a:avLst/>
          </a:prstGeom>
        </p:spPr>
      </p:pic>
      <p:sp>
        <p:nvSpPr>
          <p:cNvPr id="53" name="Shape 37"/>
          <p:cNvSpPr/>
          <p:nvPr/>
        </p:nvSpPr>
        <p:spPr>
          <a:xfrm>
            <a:off x="6696151" y="3233318"/>
            <a:ext cx="694944" cy="571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6951269" y="3329330"/>
            <a:ext cx="181051" cy="181051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6858000" y="3557930"/>
            <a:ext cx="4480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Outlook</a:t>
            </a:r>
            <a:endParaRPr lang="en-US" sz="800" dirty="0"/>
          </a:p>
        </p:txBody>
      </p:sp>
      <p:sp>
        <p:nvSpPr>
          <p:cNvPr id="56" name="Shape 39"/>
          <p:cNvSpPr/>
          <p:nvPr/>
        </p:nvSpPr>
        <p:spPr>
          <a:xfrm>
            <a:off x="7483450" y="3233318"/>
            <a:ext cx="694944" cy="571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18"/>
          <a:srcRect l="-505" r="-505"/>
          <a:stretch/>
        </p:blipFill>
        <p:spPr>
          <a:xfrm>
            <a:off x="7714793" y="3329330"/>
            <a:ext cx="228600" cy="181051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7677302" y="3557930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</a:t>
            </a:r>
            <a:endParaRPr lang="en-US" sz="800" dirty="0"/>
          </a:p>
        </p:txBody>
      </p:sp>
      <p:sp>
        <p:nvSpPr>
          <p:cNvPr id="59" name="Shape 41"/>
          <p:cNvSpPr/>
          <p:nvPr/>
        </p:nvSpPr>
        <p:spPr>
          <a:xfrm>
            <a:off x="8270748" y="3233318"/>
            <a:ext cx="694944" cy="571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0" name="Image 16" descr="preencoded.png"/>
          <p:cNvPicPr>
            <a:picLocks noChangeAspect="1"/>
          </p:cNvPicPr>
          <p:nvPr/>
        </p:nvPicPr>
        <p:blipFill>
          <a:blip r:embed="rId19"/>
          <a:srcRect t="-856" b="-856"/>
          <a:stretch/>
        </p:blipFill>
        <p:spPr>
          <a:xfrm>
            <a:off x="8550554" y="3329330"/>
            <a:ext cx="133502" cy="181051"/>
          </a:xfrm>
          <a:prstGeom prst="rect">
            <a:avLst/>
          </a:prstGeom>
        </p:spPr>
      </p:pic>
      <p:sp>
        <p:nvSpPr>
          <p:cNvPr id="61" name="Text 42"/>
          <p:cNvSpPr txBox="1"/>
          <p:nvPr/>
        </p:nvSpPr>
        <p:spPr>
          <a:xfrm>
            <a:off x="8491118" y="3557930"/>
            <a:ext cx="3337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</a:t>
            </a:r>
            <a:endParaRPr lang="en-US" sz="800" dirty="0"/>
          </a:p>
        </p:txBody>
      </p:sp>
      <p:sp>
        <p:nvSpPr>
          <p:cNvPr id="62" name="Shape 43"/>
          <p:cNvSpPr/>
          <p:nvPr/>
        </p:nvSpPr>
        <p:spPr>
          <a:xfrm>
            <a:off x="9058046" y="3233318"/>
            <a:ext cx="694944" cy="571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3" name="Image 17" descr="preencoded.png"/>
          <p:cNvPicPr>
            <a:picLocks noChangeAspect="1"/>
          </p:cNvPicPr>
          <p:nvPr/>
        </p:nvPicPr>
        <p:blipFill>
          <a:blip r:embed="rId20"/>
          <a:srcRect t="-856" b="-856"/>
          <a:stretch/>
        </p:blipFill>
        <p:spPr>
          <a:xfrm>
            <a:off x="9337853" y="3329330"/>
            <a:ext cx="133502" cy="181051"/>
          </a:xfrm>
          <a:prstGeom prst="rect">
            <a:avLst/>
          </a:prstGeom>
        </p:spPr>
      </p:pic>
      <p:sp>
        <p:nvSpPr>
          <p:cNvPr id="64" name="Text 44"/>
          <p:cNvSpPr txBox="1"/>
          <p:nvPr/>
        </p:nvSpPr>
        <p:spPr>
          <a:xfrm>
            <a:off x="9286646" y="3557930"/>
            <a:ext cx="3145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Excel</a:t>
            </a:r>
            <a:endParaRPr lang="en-US" sz="800" dirty="0"/>
          </a:p>
        </p:txBody>
      </p:sp>
      <p:sp>
        <p:nvSpPr>
          <p:cNvPr id="65" name="Shape 45"/>
          <p:cNvSpPr/>
          <p:nvPr/>
        </p:nvSpPr>
        <p:spPr>
          <a:xfrm>
            <a:off x="9845345" y="3233318"/>
            <a:ext cx="694944" cy="571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6" name="Image 18" descr="preencoded.png"/>
          <p:cNvPicPr>
            <a:picLocks noChangeAspect="1"/>
          </p:cNvPicPr>
          <p:nvPr/>
        </p:nvPicPr>
        <p:blipFill>
          <a:blip r:embed="rId21"/>
          <a:srcRect t="-856" b="-856"/>
          <a:stretch/>
        </p:blipFill>
        <p:spPr>
          <a:xfrm>
            <a:off x="10125151" y="3329330"/>
            <a:ext cx="133502" cy="181051"/>
          </a:xfrm>
          <a:prstGeom prst="rect">
            <a:avLst/>
          </a:prstGeom>
        </p:spPr>
      </p:pic>
      <p:sp>
        <p:nvSpPr>
          <p:cNvPr id="67" name="Text 46"/>
          <p:cNvSpPr txBox="1"/>
          <p:nvPr/>
        </p:nvSpPr>
        <p:spPr>
          <a:xfrm>
            <a:off x="10105034" y="3557930"/>
            <a:ext cx="2578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PPT</a:t>
            </a:r>
            <a:endParaRPr lang="en-US" sz="800" dirty="0"/>
          </a:p>
        </p:txBody>
      </p:sp>
      <p:sp>
        <p:nvSpPr>
          <p:cNvPr id="68" name="Shape 47"/>
          <p:cNvSpPr/>
          <p:nvPr/>
        </p:nvSpPr>
        <p:spPr>
          <a:xfrm>
            <a:off x="10632643" y="3233318"/>
            <a:ext cx="694944" cy="571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9" name="Image 19" descr="preencoded.png"/>
          <p:cNvPicPr>
            <a:picLocks noChangeAspect="1"/>
          </p:cNvPicPr>
          <p:nvPr/>
        </p:nvPicPr>
        <p:blipFill>
          <a:blip r:embed="rId22"/>
          <a:srcRect l="-505" r="-505"/>
          <a:stretch/>
        </p:blipFill>
        <p:spPr>
          <a:xfrm>
            <a:off x="10864901" y="3329330"/>
            <a:ext cx="228600" cy="181051"/>
          </a:xfrm>
          <a:prstGeom prst="rect">
            <a:avLst/>
          </a:prstGeom>
        </p:spPr>
      </p:pic>
      <p:sp>
        <p:nvSpPr>
          <p:cNvPr id="70" name="Text 48"/>
          <p:cNvSpPr txBox="1"/>
          <p:nvPr/>
        </p:nvSpPr>
        <p:spPr>
          <a:xfrm>
            <a:off x="10761574" y="3557930"/>
            <a:ext cx="5148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OneDrive</a:t>
            </a:r>
            <a:endParaRPr lang="en-US" sz="800" dirty="0"/>
          </a:p>
        </p:txBody>
      </p:sp>
      <p:sp>
        <p:nvSpPr>
          <p:cNvPr id="71" name="Shape 49"/>
          <p:cNvSpPr/>
          <p:nvPr/>
        </p:nvSpPr>
        <p:spPr>
          <a:xfrm>
            <a:off x="6696151" y="4039819"/>
            <a:ext cx="4629607" cy="1990649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2" name="Text 50"/>
          <p:cNvSpPr txBox="1"/>
          <p:nvPr/>
        </p:nvSpPr>
        <p:spPr>
          <a:xfrm>
            <a:off x="6838798" y="4182466"/>
            <a:ext cx="1420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Raccomandati per te</a:t>
            </a:r>
            <a:endParaRPr lang="en-US" sz="900" dirty="0"/>
          </a:p>
        </p:txBody>
      </p:sp>
      <p:sp>
        <p:nvSpPr>
          <p:cNvPr id="73" name="Text 51"/>
          <p:cNvSpPr txBox="1"/>
          <p:nvPr/>
        </p:nvSpPr>
        <p:spPr>
          <a:xfrm>
            <a:off x="10700309" y="4182466"/>
            <a:ext cx="5788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Vedi tutti</a:t>
            </a:r>
            <a:endParaRPr lang="en-US" sz="900" dirty="0"/>
          </a:p>
        </p:txBody>
      </p:sp>
      <p:sp>
        <p:nvSpPr>
          <p:cNvPr id="74" name="Shape 52"/>
          <p:cNvSpPr/>
          <p:nvPr/>
        </p:nvSpPr>
        <p:spPr>
          <a:xfrm>
            <a:off x="6838798" y="4925873"/>
            <a:ext cx="4343400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5" name="Image 20" descr="preencoded.png"/>
          <p:cNvPicPr>
            <a:picLocks noChangeAspect="1"/>
          </p:cNvPicPr>
          <p:nvPr/>
        </p:nvPicPr>
        <p:blipFill>
          <a:blip r:embed="rId23"/>
          <a:srcRect t="-2222" b="-2222"/>
          <a:stretch/>
        </p:blipFill>
        <p:spPr>
          <a:xfrm>
            <a:off x="6838798" y="4599432"/>
            <a:ext cx="123444" cy="171907"/>
          </a:xfrm>
          <a:prstGeom prst="rect">
            <a:avLst/>
          </a:prstGeom>
        </p:spPr>
      </p:pic>
      <p:sp>
        <p:nvSpPr>
          <p:cNvPr id="76" name="Text 53"/>
          <p:cNvSpPr txBox="1"/>
          <p:nvPr/>
        </p:nvSpPr>
        <p:spPr>
          <a:xfrm>
            <a:off x="7058254" y="4525366"/>
            <a:ext cx="42391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Report_Annuale_2024.docx</a:t>
            </a:r>
            <a:endParaRPr lang="en-US" sz="900" dirty="0"/>
          </a:p>
        </p:txBody>
      </p:sp>
      <p:sp>
        <p:nvSpPr>
          <p:cNvPr id="77" name="Text 54"/>
          <p:cNvSpPr txBox="1"/>
          <p:nvPr/>
        </p:nvSpPr>
        <p:spPr>
          <a:xfrm>
            <a:off x="7058254" y="4697273"/>
            <a:ext cx="42391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Modificato 10 min fa • Tu</a:t>
            </a:r>
            <a:endParaRPr lang="en-US" sz="800" dirty="0"/>
          </a:p>
        </p:txBody>
      </p:sp>
      <p:sp>
        <p:nvSpPr>
          <p:cNvPr id="78" name="Shape 55"/>
          <p:cNvSpPr/>
          <p:nvPr/>
        </p:nvSpPr>
        <p:spPr>
          <a:xfrm>
            <a:off x="6838798" y="5407762"/>
            <a:ext cx="4343400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9" name="Image 21" descr="preencoded.png"/>
          <p:cNvPicPr>
            <a:picLocks noChangeAspect="1"/>
          </p:cNvPicPr>
          <p:nvPr/>
        </p:nvPicPr>
        <p:blipFill>
          <a:blip r:embed="rId24"/>
          <a:srcRect t="-2222" b="-2222"/>
          <a:stretch/>
        </p:blipFill>
        <p:spPr>
          <a:xfrm>
            <a:off x="6838798" y="5081321"/>
            <a:ext cx="123444" cy="171907"/>
          </a:xfrm>
          <a:prstGeom prst="rect">
            <a:avLst/>
          </a:prstGeom>
        </p:spPr>
      </p:pic>
      <p:sp>
        <p:nvSpPr>
          <p:cNvPr id="80" name="Text 56"/>
          <p:cNvSpPr txBox="1"/>
          <p:nvPr/>
        </p:nvSpPr>
        <p:spPr>
          <a:xfrm>
            <a:off x="7058254" y="5007254"/>
            <a:ext cx="42391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Budget_Q1_Marketing.xlsx</a:t>
            </a:r>
            <a:endParaRPr lang="en-US" sz="900" dirty="0"/>
          </a:p>
        </p:txBody>
      </p:sp>
      <p:sp>
        <p:nvSpPr>
          <p:cNvPr id="81" name="Text 57"/>
          <p:cNvSpPr txBox="1"/>
          <p:nvPr/>
        </p:nvSpPr>
        <p:spPr>
          <a:xfrm>
            <a:off x="7058254" y="5179162"/>
            <a:ext cx="42391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Modificato 2 ore fa • Marco Rossi</a:t>
            </a:r>
            <a:endParaRPr lang="en-US" sz="800" dirty="0"/>
          </a:p>
        </p:txBody>
      </p:sp>
      <p:pic>
        <p:nvPicPr>
          <p:cNvPr id="82" name="Image 22" descr="preencoded.png"/>
          <p:cNvPicPr>
            <a:picLocks noChangeAspect="1"/>
          </p:cNvPicPr>
          <p:nvPr/>
        </p:nvPicPr>
        <p:blipFill>
          <a:blip r:embed="rId25"/>
          <a:srcRect t="-2222" b="-2222"/>
          <a:stretch/>
        </p:blipFill>
        <p:spPr>
          <a:xfrm>
            <a:off x="6838798" y="5564124"/>
            <a:ext cx="123444" cy="171907"/>
          </a:xfrm>
          <a:prstGeom prst="rect">
            <a:avLst/>
          </a:prstGeom>
        </p:spPr>
      </p:pic>
      <p:sp>
        <p:nvSpPr>
          <p:cNvPr id="83" name="Text 58"/>
          <p:cNvSpPr txBox="1"/>
          <p:nvPr/>
        </p:nvSpPr>
        <p:spPr>
          <a:xfrm>
            <a:off x="7058254" y="5489143"/>
            <a:ext cx="42391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Presentazione_Strategia.pptx</a:t>
            </a:r>
            <a:endParaRPr lang="en-US" sz="900" dirty="0"/>
          </a:p>
        </p:txBody>
      </p:sp>
      <p:sp>
        <p:nvSpPr>
          <p:cNvPr id="84" name="Text 59"/>
          <p:cNvSpPr txBox="1"/>
          <p:nvPr/>
        </p:nvSpPr>
        <p:spPr>
          <a:xfrm>
            <a:off x="7058254" y="5661050"/>
            <a:ext cx="42391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Aperto ieri • Condiviso su Teams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0" y="819302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 txBox="1"/>
          <p:nvPr/>
        </p:nvSpPr>
        <p:spPr>
          <a:xfrm>
            <a:off x="476402" y="105156"/>
            <a:ext cx="4343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Portale Microsoft 365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76402" y="333756"/>
            <a:ext cx="55056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Obiettivi Sezione Portale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907524" y="237744"/>
            <a:ext cx="1809598" cy="342900"/>
          </a:xfrm>
          <a:prstGeom prst="roundRect">
            <a:avLst>
              <a:gd name="adj" fmla="val 2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60229" y="333756"/>
            <a:ext cx="152705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288829" y="237744"/>
            <a:ext cx="1334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Competenze Chiave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9905" y="1591056"/>
            <a:ext cx="3504895" cy="2219249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609905" y="1591056"/>
            <a:ext cx="3504895" cy="47549"/>
          </a:xfrm>
          <a:prstGeom prst="roundRect">
            <a:avLst>
              <a:gd name="adj" fmla="val 82535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 txBox="1"/>
          <p:nvPr/>
        </p:nvSpPr>
        <p:spPr>
          <a:xfrm>
            <a:off x="3895344" y="1543507"/>
            <a:ext cx="342900" cy="286207"/>
          </a:xfrm>
          <a:prstGeom prst="rect">
            <a:avLst/>
          </a:prstGeom>
          <a:solidFill>
            <a:srgbClr val="0078D4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029054" y="1828800"/>
            <a:ext cx="666598" cy="666598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90" r="-90"/>
          <a:stretch/>
        </p:blipFill>
        <p:spPr>
          <a:xfrm>
            <a:off x="2171700" y="2009851"/>
            <a:ext cx="381305" cy="3044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43407" y="2638044"/>
            <a:ext cx="3238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Accesso Universale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61695" y="3008376"/>
            <a:ext cx="32004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Accedere al portale di lavoro da qualsiasi dispositivo (PC, tablet, smartphone) in modo sicuro.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343400" y="1591056"/>
            <a:ext cx="3504895" cy="2219249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4343400" y="1591056"/>
            <a:ext cx="3504895" cy="47549"/>
          </a:xfrm>
          <a:prstGeom prst="roundRect">
            <a:avLst>
              <a:gd name="adj" fmla="val 82535"/>
            </a:avLst>
          </a:prstGeom>
          <a:solidFill>
            <a:srgbClr val="00B294"/>
          </a:solidFill>
          <a:ln w="12700">
            <a:solidFill>
              <a:srgbClr val="00B2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6"/>
          <p:cNvSpPr txBox="1"/>
          <p:nvPr/>
        </p:nvSpPr>
        <p:spPr>
          <a:xfrm>
            <a:off x="7629754" y="1543507"/>
            <a:ext cx="342900" cy="286207"/>
          </a:xfrm>
          <a:prstGeom prst="rect">
            <a:avLst/>
          </a:prstGeom>
          <a:solidFill>
            <a:srgbClr val="0078D4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762549" y="1828800"/>
            <a:ext cx="666598" cy="666598"/>
          </a:xfrm>
          <a:prstGeom prst="ellipse">
            <a:avLst/>
          </a:prstGeom>
          <a:solidFill>
            <a:srgbClr val="E6FF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43600" y="2009851"/>
            <a:ext cx="304495" cy="30449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476902" y="2638044"/>
            <a:ext cx="3238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Orientamento Home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4496105" y="3008376"/>
            <a:ext cx="32004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Comprendere la struttura della Dashboard e personalizzare l'interfaccia per la massima produttività.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076895" y="1591056"/>
            <a:ext cx="3504895" cy="2219249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1"/>
          <p:cNvSpPr/>
          <p:nvPr/>
        </p:nvSpPr>
        <p:spPr>
          <a:xfrm>
            <a:off x="8076895" y="1591056"/>
            <a:ext cx="3504895" cy="47549"/>
          </a:xfrm>
          <a:prstGeom prst="roundRect">
            <a:avLst>
              <a:gd name="adj" fmla="val 82535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2"/>
          <p:cNvSpPr txBox="1"/>
          <p:nvPr/>
        </p:nvSpPr>
        <p:spPr>
          <a:xfrm>
            <a:off x="11363249" y="1543507"/>
            <a:ext cx="342900" cy="286207"/>
          </a:xfrm>
          <a:prstGeom prst="rect">
            <a:avLst/>
          </a:prstGeom>
          <a:solidFill>
            <a:srgbClr val="0078D4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9496044" y="1828800"/>
            <a:ext cx="666598" cy="666598"/>
          </a:xfrm>
          <a:prstGeom prst="ellipse">
            <a:avLst/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677095" y="2009851"/>
            <a:ext cx="304495" cy="30449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210398" y="2638044"/>
            <a:ext cx="3238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Ricerca Unificata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8229600" y="3008376"/>
            <a:ext cx="32004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Utilizzare la Microsoft Search per trovare rapidamente file, persone, siti e informazioni aziendali.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2324405" y="4111142"/>
            <a:ext cx="3657600" cy="2018995"/>
          </a:xfrm>
          <a:prstGeom prst="roundRect">
            <a:avLst>
              <a:gd name="adj" fmla="val 213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3" name="Shape 27"/>
          <p:cNvSpPr/>
          <p:nvPr/>
        </p:nvSpPr>
        <p:spPr>
          <a:xfrm>
            <a:off x="2324405" y="4111142"/>
            <a:ext cx="3657600" cy="47549"/>
          </a:xfrm>
          <a:prstGeom prst="roundRect">
            <a:avLst>
              <a:gd name="adj" fmla="val 90711"/>
            </a:avLst>
          </a:prstGeom>
          <a:solidFill>
            <a:srgbClr val="8764B8"/>
          </a:solidFill>
          <a:ln w="12700">
            <a:solidFill>
              <a:srgbClr val="8764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28"/>
          <p:cNvSpPr txBox="1"/>
          <p:nvPr/>
        </p:nvSpPr>
        <p:spPr>
          <a:xfrm>
            <a:off x="5762549" y="4063594"/>
            <a:ext cx="342900" cy="286207"/>
          </a:xfrm>
          <a:prstGeom prst="rect">
            <a:avLst/>
          </a:prstGeom>
          <a:solidFill>
            <a:srgbClr val="0078D4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3819449" y="4349801"/>
            <a:ext cx="666598" cy="666598"/>
          </a:xfrm>
          <a:prstGeom prst="ellipse">
            <a:avLst/>
          </a:prstGeom>
          <a:solidFill>
            <a:srgbClr val="F3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000500" y="4530852"/>
            <a:ext cx="304495" cy="304495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2457907" y="5159045"/>
            <a:ext cx="33915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Navigazione App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2476195" y="5528462"/>
            <a:ext cx="33531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Passare fluidamente tra le diverse applicazioni dell'ecosistema usando l'App Launcher (Waffle).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6210605" y="4111142"/>
            <a:ext cx="3657600" cy="2018995"/>
          </a:xfrm>
          <a:prstGeom prst="roundRect">
            <a:avLst>
              <a:gd name="adj" fmla="val 213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0" name="Shape 33"/>
          <p:cNvSpPr/>
          <p:nvPr/>
        </p:nvSpPr>
        <p:spPr>
          <a:xfrm>
            <a:off x="6210605" y="4111142"/>
            <a:ext cx="3657600" cy="47549"/>
          </a:xfrm>
          <a:prstGeom prst="roundRect">
            <a:avLst>
              <a:gd name="adj" fmla="val 90711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4"/>
          <p:cNvSpPr txBox="1"/>
          <p:nvPr/>
        </p:nvSpPr>
        <p:spPr>
          <a:xfrm>
            <a:off x="9648749" y="4063594"/>
            <a:ext cx="342900" cy="286207"/>
          </a:xfrm>
          <a:prstGeom prst="rect">
            <a:avLst/>
          </a:prstGeom>
          <a:solidFill>
            <a:srgbClr val="0078D4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7705649" y="4349801"/>
            <a:ext cx="666598" cy="666598"/>
          </a:xfrm>
          <a:prstGeom prst="ellipse">
            <a:avLst/>
          </a:prstGeom>
          <a:solidFill>
            <a:srgbClr val="E6FF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7848295" y="4530852"/>
            <a:ext cx="381305" cy="304495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6344107" y="5159045"/>
            <a:ext cx="33915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Gestione Account</a:t>
            </a:r>
            <a:endParaRPr lang="en-US" sz="1400" dirty="0"/>
          </a:p>
        </p:txBody>
      </p:sp>
      <p:sp>
        <p:nvSpPr>
          <p:cNvPr id="45" name="Text 37"/>
          <p:cNvSpPr txBox="1"/>
          <p:nvPr/>
        </p:nvSpPr>
        <p:spPr>
          <a:xfrm>
            <a:off x="6362395" y="5528462"/>
            <a:ext cx="33531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Gestire autonomamente le impostazioni del profilo, la sicurezza e le preferenze personali.</a:t>
            </a:r>
            <a:endParaRPr lang="en-US" sz="1100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>
            <a:alphaModFix amt="20000"/>
          </a:blip>
          <a:srcRect l="-57" r="-57"/>
          <a:stretch/>
        </p:blipFill>
        <p:spPr>
          <a:xfrm>
            <a:off x="11487607" y="6172200"/>
            <a:ext cx="400507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881628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5"/>
          <p:cNvSpPr txBox="1"/>
          <p:nvPr/>
        </p:nvSpPr>
        <p:spPr>
          <a:xfrm>
            <a:off x="720547" y="4071823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Portale Web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24205" y="4441241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Apri il browser e vai all'indirizzo ufficiale </a:t>
            </a:r>
            <a:r>
              <a:rPr lang="en-US" sz="11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microsoft365.com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 office.com per iniziare. 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499970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53837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8"/>
          <p:cNvSpPr txBox="1"/>
          <p:nvPr/>
        </p:nvSpPr>
        <p:spPr>
          <a:xfrm>
            <a:off x="1948586" y="253837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19733" y="2805379"/>
            <a:ext cx="533095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881628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0"/>
          <p:cNvSpPr txBox="1"/>
          <p:nvPr/>
        </p:nvSpPr>
        <p:spPr>
          <a:xfrm>
            <a:off x="3593592" y="4071823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Login Account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3596335" y="4441241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Inserisci le credenziali del tuo </a:t>
            </a:r>
            <a:r>
              <a:rPr lang="en-US" sz="1100" b="1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account aziendale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 scolastico fornito dall'organizzazione. 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499970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53837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3"/>
          <p:cNvSpPr txBox="1"/>
          <p:nvPr/>
        </p:nvSpPr>
        <p:spPr>
          <a:xfrm>
            <a:off x="4821631" y="253837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92778" y="2805379"/>
            <a:ext cx="533095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881628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15"/>
          <p:cNvSpPr txBox="1"/>
          <p:nvPr/>
        </p:nvSpPr>
        <p:spPr>
          <a:xfrm>
            <a:off x="6466637" y="4071823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 MFA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6469380" y="4441241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Completa l'autenticazione a più fattori (app authenticator o SMS) se richiesta per garantire la sicurezza.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499970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53837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18"/>
          <p:cNvSpPr txBox="1"/>
          <p:nvPr/>
        </p:nvSpPr>
        <p:spPr>
          <a:xfrm>
            <a:off x="7693762" y="253837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265822" y="2805379"/>
            <a:ext cx="533095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881628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0"/>
          <p:cNvSpPr txBox="1"/>
          <p:nvPr/>
        </p:nvSpPr>
        <p:spPr>
          <a:xfrm>
            <a:off x="9338767" y="4071823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9341510" y="4441241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Accedi alla tua </a:t>
            </a: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 personale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 tutte le app, i documenti recenti e le notifiche pronte all'uso. </a:t>
            </a:r>
            <a:endParaRPr lang="en-US" sz="11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499970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53837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23"/>
          <p:cNvSpPr txBox="1"/>
          <p:nvPr/>
        </p:nvSpPr>
        <p:spPr>
          <a:xfrm>
            <a:off x="10566806" y="253837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137953" y="2805379"/>
            <a:ext cx="533095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6"/>
          <p:cNvSpPr txBox="1"/>
          <p:nvPr/>
        </p:nvSpPr>
        <p:spPr>
          <a:xfrm>
            <a:off x="571500" y="152705"/>
            <a:ext cx="4457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Guida Rapida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571500" y="381305"/>
            <a:ext cx="529346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Come accedere al Portale</a:t>
            </a:r>
            <a:endParaRPr lang="en-US" sz="2700" dirty="0"/>
          </a:p>
        </p:txBody>
      </p:sp>
      <p:sp>
        <p:nvSpPr>
          <p:cNvPr id="41" name="Shape 28"/>
          <p:cNvSpPr/>
          <p:nvPr/>
        </p:nvSpPr>
        <p:spPr>
          <a:xfrm>
            <a:off x="9982505" y="276149"/>
            <a:ext cx="1638605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182758" y="381305"/>
            <a:ext cx="152705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10448849" y="276149"/>
            <a:ext cx="10287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Accesso Sicuro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905902" y="3524098"/>
            <a:ext cx="4762195" cy="4762195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402" y="3581705"/>
            <a:ext cx="2800807" cy="2800807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8998" y="476402"/>
            <a:ext cx="2800807" cy="280080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94460" y="2270455"/>
            <a:ext cx="9403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 le tue conoscenze sull'accesso</a:t>
            </a:r>
            <a:endParaRPr lang="en-US" sz="3000" dirty="0"/>
          </a:p>
        </p:txBody>
      </p:sp>
      <p:sp>
        <p:nvSpPr>
          <p:cNvPr id="9" name="Shape 5"/>
          <p:cNvSpPr/>
          <p:nvPr/>
        </p:nvSpPr>
        <p:spPr>
          <a:xfrm>
            <a:off x="5022799" y="1653235"/>
            <a:ext cx="2152498" cy="428854"/>
          </a:xfrm>
          <a:prstGeom prst="roundRect">
            <a:avLst>
              <a:gd name="adj" fmla="val 142146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 txBox="1"/>
          <p:nvPr/>
        </p:nvSpPr>
        <p:spPr>
          <a:xfrm>
            <a:off x="4984394" y="1653235"/>
            <a:ext cx="2229307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35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Quiz Accesso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12994" y="1771193"/>
            <a:ext cx="181051" cy="181051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14" b="-14"/>
          <a:stretch/>
        </p:blipFill>
        <p:spPr>
          <a:xfrm>
            <a:off x="619049" y="3108960"/>
            <a:ext cx="3492094" cy="209580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873398" y="2966314"/>
            <a:ext cx="342900" cy="342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8"/>
          <p:cNvSpPr/>
          <p:nvPr/>
        </p:nvSpPr>
        <p:spPr>
          <a:xfrm>
            <a:off x="2079346" y="3365906"/>
            <a:ext cx="571500" cy="57150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227478" y="3514039"/>
            <a:ext cx="276149" cy="276149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409090" y="4080053"/>
            <a:ext cx="1914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 installare?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1403604" y="4427525"/>
            <a:ext cx="192755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No, basta il browser</a:t>
            </a:r>
            <a:endParaRPr lang="en-US" sz="13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rcRect t="-14" b="-14"/>
          <a:stretch/>
        </p:blipFill>
        <p:spPr>
          <a:xfrm>
            <a:off x="4349801" y="3108960"/>
            <a:ext cx="3492094" cy="2095805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604150" y="2966314"/>
            <a:ext cx="342900" cy="342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2"/>
          <p:cNvSpPr/>
          <p:nvPr/>
        </p:nvSpPr>
        <p:spPr>
          <a:xfrm>
            <a:off x="5810098" y="3365906"/>
            <a:ext cx="571500" cy="57150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58230" y="3514039"/>
            <a:ext cx="276149" cy="276149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5506517" y="4080053"/>
            <a:ext cx="11814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Sicurezza?</a:t>
            </a:r>
            <a:endParaRPr lang="en-US" sz="1300" dirty="0"/>
          </a:p>
        </p:txBody>
      </p:sp>
      <p:sp>
        <p:nvSpPr>
          <p:cNvPr id="23" name="Text 14"/>
          <p:cNvSpPr txBox="1"/>
          <p:nvPr/>
        </p:nvSpPr>
        <p:spPr>
          <a:xfrm>
            <a:off x="5209337" y="4427525"/>
            <a:ext cx="178033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MFA (Multi-Factor)</a:t>
            </a:r>
            <a:endParaRPr lang="en-US" sz="13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6"/>
          <a:srcRect t="-14" b="-14"/>
          <a:stretch/>
        </p:blipFill>
        <p:spPr>
          <a:xfrm>
            <a:off x="8080553" y="3108960"/>
            <a:ext cx="3492094" cy="2095805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11334902" y="2966314"/>
            <a:ext cx="342900" cy="342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16"/>
          <p:cNvSpPr/>
          <p:nvPr/>
        </p:nvSpPr>
        <p:spPr>
          <a:xfrm>
            <a:off x="9540850" y="3365906"/>
            <a:ext cx="571500" cy="57150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333" b="-333"/>
          <a:stretch/>
        </p:blipFill>
        <p:spPr>
          <a:xfrm>
            <a:off x="9655150" y="3514039"/>
            <a:ext cx="342900" cy="276149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8972093" y="4080053"/>
            <a:ext cx="1714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Dove accedere?</a:t>
            </a:r>
            <a:endParaRPr lang="en-US" sz="1300" dirty="0"/>
          </a:p>
        </p:txBody>
      </p:sp>
      <p:sp>
        <p:nvSpPr>
          <p:cNvPr id="29" name="Text 18"/>
          <p:cNvSpPr txBox="1"/>
          <p:nvPr/>
        </p:nvSpPr>
        <p:spPr>
          <a:xfrm>
            <a:off x="8967521" y="4427525"/>
            <a:ext cx="17218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microsoft365.com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3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556309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43407" y="1728216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1328" b="-1328"/>
          <a:stretch/>
        </p:blipFill>
        <p:spPr>
          <a:xfrm>
            <a:off x="847649" y="1842516"/>
            <a:ext cx="219456" cy="2002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43254" y="1728216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Home Personalizzata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343254" y="2006194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 dinamica che si adatta alle tue abitudini lavorative, mostrando contenuti rilevanti in primo piano.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2730398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743407" y="2902306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964" b="-964"/>
          <a:stretch/>
        </p:blipFill>
        <p:spPr>
          <a:xfrm>
            <a:off x="871423" y="3016606"/>
            <a:ext cx="171907" cy="20025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43254" y="2902306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Accesso Rapido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343254" y="3180283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Collegamento immediato alle app più utilizzate (Outlook, Teams, OneDrive) e ai documenti recenti.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1500" y="3905402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43407" y="4076395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964" b="-964"/>
          <a:stretch/>
        </p:blipFill>
        <p:spPr>
          <a:xfrm>
            <a:off x="871423" y="4190695"/>
            <a:ext cx="171907" cy="20025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43254" y="4076395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Menu di Navigazione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343254" y="4355287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Barra laterale per le app, barra superiore per ricerca e profilo, area centrale per i contenuti.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71500" y="5079492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743407" y="5251399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837" r="-837"/>
          <a:stretch/>
        </p:blipFill>
        <p:spPr>
          <a:xfrm>
            <a:off x="881482" y="5365699"/>
            <a:ext cx="152705" cy="20025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43254" y="5251399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Suggerimenti Automatizzati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343254" y="5529377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L'intelligenza artificiale propone file e azioni basate sulle tue attività recenti e riunioni imminenti.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639105" y="1047902"/>
            <a:ext cx="1904695" cy="1904695"/>
          </a:xfrm>
          <a:prstGeom prst="roundRect">
            <a:avLst>
              <a:gd name="adj" fmla="val 4801"/>
            </a:avLst>
          </a:prstGeom>
          <a:solidFill>
            <a:srgbClr val="FFEBD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0"/>
          <p:cNvSpPr/>
          <p:nvPr/>
        </p:nvSpPr>
        <p:spPr>
          <a:xfrm>
            <a:off x="9239098" y="4095598"/>
            <a:ext cx="2857500" cy="2857500"/>
          </a:xfrm>
          <a:prstGeom prst="ellipse">
            <a:avLst/>
          </a:prstGeom>
          <a:solidFill>
            <a:srgbClr val="CFE6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2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3"/>
          <p:cNvSpPr txBox="1"/>
          <p:nvPr/>
        </p:nvSpPr>
        <p:spPr>
          <a:xfrm>
            <a:off x="571500" y="152705"/>
            <a:ext cx="3086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Panoramica Interfaccia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71500" y="381305"/>
            <a:ext cx="31674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 Home</a:t>
            </a:r>
            <a:endParaRPr lang="en-US" sz="2700" dirty="0"/>
          </a:p>
        </p:txBody>
      </p:sp>
      <p:sp>
        <p:nvSpPr>
          <p:cNvPr id="31" name="Shape 25"/>
          <p:cNvSpPr/>
          <p:nvPr/>
        </p:nvSpPr>
        <p:spPr>
          <a:xfrm>
            <a:off x="9953244" y="276149"/>
            <a:ext cx="1676095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10153498" y="381305"/>
            <a:ext cx="171907" cy="152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439705" y="276149"/>
            <a:ext cx="10479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Portale Utente</a:t>
            </a:r>
            <a:endParaRPr lang="en-US" sz="10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 l="-4" r="-4"/>
          <a:stretch/>
        </p:blipFill>
        <p:spPr>
          <a:xfrm>
            <a:off x="5924398" y="2014423"/>
            <a:ext cx="5695798" cy="3781044"/>
          </a:xfrm>
          <a:prstGeom prst="rect">
            <a:avLst/>
          </a:prstGeom>
        </p:spPr>
      </p:pic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 t="-80" b="-80"/>
          <a:stretch/>
        </p:blipFill>
        <p:spPr>
          <a:xfrm>
            <a:off x="6029554" y="2119579"/>
            <a:ext cx="5486400" cy="286207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172200" y="2214677"/>
            <a:ext cx="95098" cy="9509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28"/>
          <p:cNvSpPr/>
          <p:nvPr/>
        </p:nvSpPr>
        <p:spPr>
          <a:xfrm>
            <a:off x="6324905" y="2214677"/>
            <a:ext cx="95098" cy="9509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29"/>
          <p:cNvSpPr/>
          <p:nvPr/>
        </p:nvSpPr>
        <p:spPr>
          <a:xfrm>
            <a:off x="6476695" y="2214677"/>
            <a:ext cx="95098" cy="95098"/>
          </a:xfrm>
          <a:prstGeom prst="ellipse">
            <a:avLst/>
          </a:prstGeom>
          <a:solidFill>
            <a:srgbClr val="28C9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0"/>
          <p:cNvSpPr/>
          <p:nvPr/>
        </p:nvSpPr>
        <p:spPr>
          <a:xfrm>
            <a:off x="6724498" y="2147926"/>
            <a:ext cx="3467405" cy="2286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1"/>
          <p:cNvSpPr txBox="1"/>
          <p:nvPr/>
        </p:nvSpPr>
        <p:spPr>
          <a:xfrm>
            <a:off x="7019849" y="2147926"/>
            <a:ext cx="3247949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www.microsoft365.com </a:t>
            </a:r>
            <a:endParaRPr lang="en-US" sz="9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rcRect l="-2571" r="-2571"/>
          <a:stretch/>
        </p:blipFill>
        <p:spPr>
          <a:xfrm>
            <a:off x="6838798" y="2204618"/>
            <a:ext cx="105156" cy="114300"/>
          </a:xfrm>
          <a:prstGeom prst="rect">
            <a:avLst/>
          </a:prstGeom>
        </p:spPr>
      </p:pic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1"/>
          <a:srcRect t="-5" b="-5"/>
          <a:stretch/>
        </p:blipFill>
        <p:spPr>
          <a:xfrm>
            <a:off x="6029554" y="2452421"/>
            <a:ext cx="5486400" cy="3238805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6029554" y="2452421"/>
            <a:ext cx="571500" cy="3238805"/>
          </a:xfrm>
          <a:prstGeom prst="roundRect">
            <a:avLst>
              <a:gd name="adj" fmla="val 21333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4" name="Shape 33"/>
          <p:cNvSpPr/>
          <p:nvPr/>
        </p:nvSpPr>
        <p:spPr>
          <a:xfrm>
            <a:off x="6591910" y="2452421"/>
            <a:ext cx="9144" cy="3238805"/>
          </a:xfrm>
          <a:prstGeom prst="roundRect">
            <a:avLst>
              <a:gd name="adj" fmla="val 1333333"/>
            </a:avLst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215177" y="2595982"/>
            <a:ext cx="190195" cy="190195"/>
          </a:xfrm>
          <a:prstGeom prst="rect">
            <a:avLst/>
          </a:prstGeom>
        </p:spPr>
      </p:pic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3"/>
          <a:srcRect l="-76923" r="-76923"/>
          <a:stretch/>
        </p:blipFill>
        <p:spPr>
          <a:xfrm>
            <a:off x="5962802" y="3053182"/>
            <a:ext cx="543154" cy="190195"/>
          </a:xfrm>
          <a:prstGeom prst="rect">
            <a:avLst/>
          </a:prstGeom>
        </p:spPr>
      </p:pic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4"/>
          <a:srcRect l="-21429" r="-21429"/>
          <a:stretch/>
        </p:blipFill>
        <p:spPr>
          <a:xfrm>
            <a:off x="6115507" y="3396082"/>
            <a:ext cx="237744" cy="190195"/>
          </a:xfrm>
          <a:prstGeom prst="rect">
            <a:avLst/>
          </a:prstGeom>
        </p:spPr>
      </p:pic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15"/>
          <a:srcRect l="-33333" r="-33333"/>
          <a:stretch/>
        </p:blipFill>
        <p:spPr>
          <a:xfrm>
            <a:off x="6115507" y="3738982"/>
            <a:ext cx="237744" cy="190195"/>
          </a:xfrm>
          <a:prstGeom prst="rect">
            <a:avLst/>
          </a:prstGeom>
        </p:spPr>
      </p:pic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6115507" y="4081882"/>
            <a:ext cx="237744" cy="190195"/>
          </a:xfrm>
          <a:prstGeom prst="rect">
            <a:avLst/>
          </a:prstGeom>
        </p:spPr>
      </p:pic>
      <p:sp>
        <p:nvSpPr>
          <p:cNvPr id="50" name="Shape 34"/>
          <p:cNvSpPr/>
          <p:nvPr/>
        </p:nvSpPr>
        <p:spPr>
          <a:xfrm>
            <a:off x="6601054" y="2452421"/>
            <a:ext cx="4914900" cy="3238805"/>
          </a:xfrm>
          <a:prstGeom prst="roundRect">
            <a:avLst>
              <a:gd name="adj" fmla="val 66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Shape 35"/>
          <p:cNvSpPr/>
          <p:nvPr/>
        </p:nvSpPr>
        <p:spPr>
          <a:xfrm>
            <a:off x="6791249" y="2643530"/>
            <a:ext cx="4533595" cy="495605"/>
          </a:xfrm>
          <a:prstGeom prst="roundRect">
            <a:avLst>
              <a:gd name="adj" fmla="val 28385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36"/>
          <p:cNvSpPr txBox="1"/>
          <p:nvPr/>
        </p:nvSpPr>
        <p:spPr>
          <a:xfrm>
            <a:off x="6933895" y="2776118"/>
            <a:ext cx="12243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365</a:t>
            </a:r>
            <a:endParaRPr lang="en-US" sz="1200" dirty="0"/>
          </a:p>
        </p:txBody>
      </p:sp>
      <p:sp>
        <p:nvSpPr>
          <p:cNvPr id="53" name="Text 37"/>
          <p:cNvSpPr txBox="1"/>
          <p:nvPr/>
        </p:nvSpPr>
        <p:spPr>
          <a:xfrm>
            <a:off x="8514893" y="2742286"/>
            <a:ext cx="1677010" cy="30541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1D1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Cerca app, file, persone... </a:t>
            </a:r>
            <a:endParaRPr lang="en-US" sz="900" dirty="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315554" y="2829154"/>
            <a:ext cx="123444" cy="123444"/>
          </a:xfrm>
          <a:prstGeom prst="rect">
            <a:avLst/>
          </a:prstGeom>
        </p:spPr>
      </p:pic>
      <p:pic>
        <p:nvPicPr>
          <p:cNvPr id="55" name="Image 15" descr="preencoded.png"/>
          <p:cNvPicPr>
            <a:picLocks noChangeAspect="1"/>
          </p:cNvPicPr>
          <p:nvPr/>
        </p:nvPicPr>
        <p:blipFill>
          <a:blip r:embed="rId18"/>
          <a:srcRect t="-43" b="-43"/>
          <a:stretch/>
        </p:blipFill>
        <p:spPr>
          <a:xfrm>
            <a:off x="10362895" y="2814523"/>
            <a:ext cx="133502" cy="152705"/>
          </a:xfrm>
          <a:prstGeom prst="rect">
            <a:avLst/>
          </a:prstGeom>
        </p:spPr>
      </p:pic>
      <p:pic>
        <p:nvPicPr>
          <p:cNvPr id="56" name="Image 1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10610698" y="2814523"/>
            <a:ext cx="152705" cy="152705"/>
          </a:xfrm>
          <a:prstGeom prst="rect">
            <a:avLst/>
          </a:prstGeom>
        </p:spPr>
      </p:pic>
      <p:sp>
        <p:nvSpPr>
          <p:cNvPr id="57" name="Shape 38"/>
          <p:cNvSpPr/>
          <p:nvPr/>
        </p:nvSpPr>
        <p:spPr>
          <a:xfrm>
            <a:off x="10877702" y="2738628"/>
            <a:ext cx="304495" cy="30449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39"/>
          <p:cNvSpPr txBox="1"/>
          <p:nvPr/>
        </p:nvSpPr>
        <p:spPr>
          <a:xfrm>
            <a:off x="10849356" y="2738628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MS</a:t>
            </a:r>
            <a:endParaRPr lang="en-US" sz="900" dirty="0"/>
          </a:p>
        </p:txBody>
      </p:sp>
      <p:sp>
        <p:nvSpPr>
          <p:cNvPr id="59" name="Text 40"/>
          <p:cNvSpPr txBox="1"/>
          <p:nvPr/>
        </p:nvSpPr>
        <p:spPr>
          <a:xfrm>
            <a:off x="6791249" y="3329330"/>
            <a:ext cx="4648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Buongiorno, Mario</a:t>
            </a:r>
            <a:endParaRPr lang="en-US" sz="1200" dirty="0"/>
          </a:p>
        </p:txBody>
      </p:sp>
      <p:sp>
        <p:nvSpPr>
          <p:cNvPr id="60" name="Shape 41"/>
          <p:cNvSpPr/>
          <p:nvPr/>
        </p:nvSpPr>
        <p:spPr>
          <a:xfrm>
            <a:off x="6791249" y="3700577"/>
            <a:ext cx="1419149" cy="771754"/>
          </a:xfrm>
          <a:prstGeom prst="roundRect">
            <a:avLst>
              <a:gd name="adj" fmla="val 11702"/>
            </a:avLst>
          </a:prstGeom>
          <a:solidFill>
            <a:srgbClr val="F8F9FA"/>
          </a:solidFill>
          <a:ln w="12700">
            <a:solidFill>
              <a:srgbClr val="EDEB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1" name="Image 1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360920" y="3853282"/>
            <a:ext cx="276149" cy="276149"/>
          </a:xfrm>
          <a:prstGeom prst="rect">
            <a:avLst/>
          </a:prstGeom>
        </p:spPr>
      </p:pic>
      <p:sp>
        <p:nvSpPr>
          <p:cNvPr id="62" name="Text 42"/>
          <p:cNvSpPr txBox="1"/>
          <p:nvPr/>
        </p:nvSpPr>
        <p:spPr>
          <a:xfrm>
            <a:off x="7262165" y="4129430"/>
            <a:ext cx="553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Outlook</a:t>
            </a:r>
            <a:endParaRPr lang="en-US" sz="900" dirty="0"/>
          </a:p>
        </p:txBody>
      </p:sp>
      <p:sp>
        <p:nvSpPr>
          <p:cNvPr id="63" name="Shape 43"/>
          <p:cNvSpPr/>
          <p:nvPr/>
        </p:nvSpPr>
        <p:spPr>
          <a:xfrm>
            <a:off x="8350301" y="3700577"/>
            <a:ext cx="1419149" cy="771754"/>
          </a:xfrm>
          <a:prstGeom prst="roundRect">
            <a:avLst>
              <a:gd name="adj" fmla="val 11702"/>
            </a:avLst>
          </a:prstGeom>
          <a:solidFill>
            <a:srgbClr val="F8F9FA"/>
          </a:solidFill>
          <a:ln w="12700">
            <a:solidFill>
              <a:srgbClr val="EDEB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4" name="Image 18" descr="preencoded.png"/>
          <p:cNvPicPr>
            <a:picLocks noChangeAspect="1"/>
          </p:cNvPicPr>
          <p:nvPr/>
        </p:nvPicPr>
        <p:blipFill>
          <a:blip r:embed="rId21"/>
          <a:srcRect t="-333" b="-333"/>
          <a:stretch/>
        </p:blipFill>
        <p:spPr>
          <a:xfrm>
            <a:off x="8887054" y="3853282"/>
            <a:ext cx="342900" cy="276149"/>
          </a:xfrm>
          <a:prstGeom prst="rect">
            <a:avLst/>
          </a:prstGeom>
        </p:spPr>
      </p:pic>
      <p:sp>
        <p:nvSpPr>
          <p:cNvPr id="65" name="Text 44"/>
          <p:cNvSpPr txBox="1"/>
          <p:nvPr/>
        </p:nvSpPr>
        <p:spPr>
          <a:xfrm>
            <a:off x="8865108" y="4129430"/>
            <a:ext cx="4672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</a:t>
            </a:r>
            <a:endParaRPr lang="en-US" sz="900" dirty="0"/>
          </a:p>
        </p:txBody>
      </p:sp>
      <p:sp>
        <p:nvSpPr>
          <p:cNvPr id="66" name="Shape 45"/>
          <p:cNvSpPr/>
          <p:nvPr/>
        </p:nvSpPr>
        <p:spPr>
          <a:xfrm>
            <a:off x="9909353" y="3700577"/>
            <a:ext cx="1419149" cy="771754"/>
          </a:xfrm>
          <a:prstGeom prst="roundRect">
            <a:avLst>
              <a:gd name="adj" fmla="val 11702"/>
            </a:avLst>
          </a:prstGeom>
          <a:solidFill>
            <a:srgbClr val="F8F9FA"/>
          </a:solidFill>
          <a:ln w="12700">
            <a:solidFill>
              <a:srgbClr val="EDEB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7" name="Image 19" descr="preencoded.png"/>
          <p:cNvPicPr>
            <a:picLocks noChangeAspect="1"/>
          </p:cNvPicPr>
          <p:nvPr/>
        </p:nvPicPr>
        <p:blipFill>
          <a:blip r:embed="rId22"/>
          <a:srcRect l="-552" r="-552"/>
          <a:stretch/>
        </p:blipFill>
        <p:spPr>
          <a:xfrm>
            <a:off x="10511942" y="3853282"/>
            <a:ext cx="209398" cy="276149"/>
          </a:xfrm>
          <a:prstGeom prst="rect">
            <a:avLst/>
          </a:prstGeom>
        </p:spPr>
      </p:pic>
      <p:sp>
        <p:nvSpPr>
          <p:cNvPr id="68" name="Text 46"/>
          <p:cNvSpPr txBox="1"/>
          <p:nvPr/>
        </p:nvSpPr>
        <p:spPr>
          <a:xfrm>
            <a:off x="10206533" y="4129430"/>
            <a:ext cx="986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Progetto.docx</a:t>
            </a:r>
            <a:endParaRPr lang="en-US" sz="900" dirty="0"/>
          </a:p>
        </p:txBody>
      </p:sp>
      <p:sp>
        <p:nvSpPr>
          <p:cNvPr id="69" name="Shape 47"/>
          <p:cNvSpPr/>
          <p:nvPr/>
        </p:nvSpPr>
        <p:spPr>
          <a:xfrm>
            <a:off x="6791249" y="4815230"/>
            <a:ext cx="4533595" cy="685800"/>
          </a:xfrm>
          <a:prstGeom prst="roundRect">
            <a:avLst>
              <a:gd name="adj" fmla="val 7407"/>
            </a:avLst>
          </a:prstGeom>
          <a:solidFill>
            <a:srgbClr val="E6F2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0" name="Shape 48"/>
          <p:cNvSpPr/>
          <p:nvPr/>
        </p:nvSpPr>
        <p:spPr>
          <a:xfrm>
            <a:off x="6791249" y="4815230"/>
            <a:ext cx="38405" cy="685800"/>
          </a:xfrm>
          <a:prstGeom prst="roundRect">
            <a:avLst>
              <a:gd name="adj" fmla="val 132274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1" name="Text 49"/>
          <p:cNvSpPr txBox="1"/>
          <p:nvPr/>
        </p:nvSpPr>
        <p:spPr>
          <a:xfrm>
            <a:off x="7086600" y="4910328"/>
            <a:ext cx="4210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Consigliato per te</a:t>
            </a:r>
            <a:endParaRPr lang="en-US" sz="900" dirty="0"/>
          </a:p>
        </p:txBody>
      </p:sp>
      <p:sp>
        <p:nvSpPr>
          <p:cNvPr id="72" name="Text 50"/>
          <p:cNvSpPr txBox="1"/>
          <p:nvPr/>
        </p:nvSpPr>
        <p:spPr>
          <a:xfrm>
            <a:off x="7086600" y="5100523"/>
            <a:ext cx="41724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Hai una riunione tra 10 minuti: "Planning Q4". Apri la presentazione correlata.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2095805"/>
            <a:ext cx="2553005" cy="3619195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3" b="-393"/>
          <a:stretch/>
        </p:blipFill>
        <p:spPr>
          <a:xfrm>
            <a:off x="580644" y="2104949"/>
            <a:ext cx="2529230" cy="576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28777" y="3486607"/>
            <a:ext cx="223936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Launcher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3349" y="3920947"/>
            <a:ext cx="22293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menu "waffle" in alto a sinistra. Accesso rapido a tutte le applicazioni e servizi cloud.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3349" y="5122469"/>
            <a:ext cx="2229307" cy="305410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Menu Principale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69187" y="5204765"/>
            <a:ext cx="123444" cy="1234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05226" y="2095805"/>
            <a:ext cx="2553005" cy="3619195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393" b="-393"/>
          <a:stretch/>
        </p:blipFill>
        <p:spPr>
          <a:xfrm>
            <a:off x="3414370" y="2104949"/>
            <a:ext cx="2529230" cy="5760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48202" y="3486607"/>
            <a:ext cx="246796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Ricerca Universale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3567074" y="3920947"/>
            <a:ext cx="22293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Barra centrale per trovare file, persone, siti e informazioni in tutto l'ecosistema M365.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3567074" y="5122469"/>
            <a:ext cx="2229307" cy="305410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Search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3710" y="5204765"/>
            <a:ext cx="123444" cy="1234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38951" y="2095805"/>
            <a:ext cx="2553005" cy="3619195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t="-393" b="-393"/>
          <a:stretch/>
        </p:blipFill>
        <p:spPr>
          <a:xfrm>
            <a:off x="6248095" y="2104949"/>
            <a:ext cx="2529230" cy="5760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347765" y="3486607"/>
            <a:ext cx="233537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Profilo Personale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6400800" y="3920947"/>
            <a:ext cx="22293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account, stato di presenza, impostazioni e dettagli visibili ai colleghi.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6400800" y="5122469"/>
            <a:ext cx="2229307" cy="305410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Account &amp; Status</a:t>
            </a:r>
            <a:endParaRPr lang="en-US" sz="9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1358" r="-1358"/>
          <a:stretch/>
        </p:blipFill>
        <p:spPr>
          <a:xfrm>
            <a:off x="6925666" y="5204765"/>
            <a:ext cx="95098" cy="1234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072677" y="2095805"/>
            <a:ext cx="2553005" cy="3619195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rcRect t="-393" b="-393"/>
          <a:stretch/>
        </p:blipFill>
        <p:spPr>
          <a:xfrm>
            <a:off x="9081821" y="2104949"/>
            <a:ext cx="2529230" cy="57607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9229954" y="3486607"/>
            <a:ext cx="223936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Notifiche</a:t>
            </a:r>
            <a:endParaRPr lang="en-US" sz="1600" dirty="0"/>
          </a:p>
        </p:txBody>
      </p:sp>
      <p:sp>
        <p:nvSpPr>
          <p:cNvPr id="26" name="Text 17"/>
          <p:cNvSpPr txBox="1"/>
          <p:nvPr/>
        </p:nvSpPr>
        <p:spPr>
          <a:xfrm>
            <a:off x="9234526" y="3920947"/>
            <a:ext cx="22293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Centro avvisi per attività, menzioni, email importanti e aggiornamenti di sistema.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9234526" y="5122469"/>
            <a:ext cx="2229307" cy="305410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Activity Feed</a:t>
            </a:r>
            <a:endParaRPr lang="en-US" sz="9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71862" y="5204765"/>
            <a:ext cx="123444" cy="123444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2348179" y="1914754"/>
            <a:ext cx="952805" cy="952805"/>
          </a:xfrm>
          <a:prstGeom prst="ellipse">
            <a:avLst/>
          </a:prstGeom>
          <a:solidFill>
            <a:srgbClr val="0078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0"/>
          <p:cNvSpPr/>
          <p:nvPr/>
        </p:nvSpPr>
        <p:spPr>
          <a:xfrm>
            <a:off x="5181905" y="1914754"/>
            <a:ext cx="952805" cy="952805"/>
          </a:xfrm>
          <a:prstGeom prst="ellipse">
            <a:avLst/>
          </a:prstGeom>
          <a:solidFill>
            <a:srgbClr val="D83B0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1"/>
          <p:cNvSpPr/>
          <p:nvPr/>
        </p:nvSpPr>
        <p:spPr>
          <a:xfrm>
            <a:off x="8015630" y="1914754"/>
            <a:ext cx="952805" cy="952805"/>
          </a:xfrm>
          <a:prstGeom prst="ellipse">
            <a:avLst/>
          </a:prstGeom>
          <a:solidFill>
            <a:srgbClr val="107C1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22"/>
          <p:cNvSpPr/>
          <p:nvPr/>
        </p:nvSpPr>
        <p:spPr>
          <a:xfrm>
            <a:off x="10849356" y="1914754"/>
            <a:ext cx="952805" cy="952805"/>
          </a:xfrm>
          <a:prstGeom prst="ellipse">
            <a:avLst/>
          </a:prstGeom>
          <a:solidFill>
            <a:srgbClr val="C50F1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23"/>
          <p:cNvSpPr/>
          <p:nvPr/>
        </p:nvSpPr>
        <p:spPr>
          <a:xfrm>
            <a:off x="1416406" y="2391156"/>
            <a:ext cx="857707" cy="857707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655064" y="2628900"/>
            <a:ext cx="381305" cy="381305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4250131" y="2391156"/>
            <a:ext cx="857707" cy="857707"/>
          </a:xfrm>
          <a:prstGeom prst="ellipse">
            <a:avLst/>
          </a:prstGeom>
          <a:solidFill>
            <a:srgbClr val="FFF4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488790" y="2628900"/>
            <a:ext cx="381305" cy="381305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7083857" y="2391156"/>
            <a:ext cx="857707" cy="857707"/>
          </a:xfrm>
          <a:prstGeom prst="ellipse">
            <a:avLst/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322515" y="2628900"/>
            <a:ext cx="381305" cy="381305"/>
          </a:xfrm>
          <a:prstGeom prst="rect">
            <a:avLst/>
          </a:prstGeom>
        </p:spPr>
      </p:pic>
      <p:sp>
        <p:nvSpPr>
          <p:cNvPr id="39" name="Shape 26"/>
          <p:cNvSpPr/>
          <p:nvPr/>
        </p:nvSpPr>
        <p:spPr>
          <a:xfrm>
            <a:off x="9917582" y="2391156"/>
            <a:ext cx="857707" cy="857707"/>
          </a:xfrm>
          <a:prstGeom prst="ellipse">
            <a:avLst/>
          </a:prstGeom>
          <a:solidFill>
            <a:srgbClr val="FCEC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4"/>
          <a:srcRect l="-17" r="-17"/>
          <a:stretch/>
        </p:blipFill>
        <p:spPr>
          <a:xfrm>
            <a:off x="10180015" y="2628900"/>
            <a:ext cx="333756" cy="381305"/>
          </a:xfrm>
          <a:prstGeom prst="rect">
            <a:avLst/>
          </a:prstGeom>
        </p:spPr>
      </p:pic>
      <p:sp>
        <p:nvSpPr>
          <p:cNvPr id="41" name="Shape 27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Shape 28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29"/>
          <p:cNvSpPr txBox="1"/>
          <p:nvPr/>
        </p:nvSpPr>
        <p:spPr>
          <a:xfrm>
            <a:off x="571500" y="152705"/>
            <a:ext cx="3924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Navigazione Portale</a:t>
            </a:r>
            <a:endParaRPr lang="en-US" sz="1000" dirty="0"/>
          </a:p>
        </p:txBody>
      </p:sp>
      <p:sp>
        <p:nvSpPr>
          <p:cNvPr id="44" name="Text 30"/>
          <p:cNvSpPr txBox="1"/>
          <p:nvPr/>
        </p:nvSpPr>
        <p:spPr>
          <a:xfrm>
            <a:off x="571500" y="381305"/>
            <a:ext cx="46552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Componenti Principali</a:t>
            </a:r>
            <a:endParaRPr lang="en-US" sz="2700" dirty="0"/>
          </a:p>
        </p:txBody>
      </p:sp>
      <p:sp>
        <p:nvSpPr>
          <p:cNvPr id="45" name="Shape 31"/>
          <p:cNvSpPr/>
          <p:nvPr/>
        </p:nvSpPr>
        <p:spPr>
          <a:xfrm>
            <a:off x="10233965" y="276149"/>
            <a:ext cx="1390802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0434218" y="381305"/>
            <a:ext cx="152705" cy="152705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10701223" y="276149"/>
            <a:ext cx="7818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Interfaccia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556309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43407" y="1728216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1328" b="-1328"/>
          <a:stretch/>
        </p:blipFill>
        <p:spPr>
          <a:xfrm>
            <a:off x="847649" y="1842516"/>
            <a:ext cx="219456" cy="2002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43254" y="1728216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Mostra tutte le app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343254" y="2006194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Visualizza l'elenco completo delle applicazioni disponibili nel tuo piano, incluse quelle di terze parti integrate.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2730398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743407" y="2902306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1328" b="-1328"/>
          <a:stretch/>
        </p:blipFill>
        <p:spPr>
          <a:xfrm>
            <a:off x="847649" y="3016606"/>
            <a:ext cx="219456" cy="20025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43254" y="2902306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Aggiungere ai preferiti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343254" y="3180283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Personalizza il menu bloccando le app più utilizzate in alto per un accesso rapido e immediato.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1500" y="3905402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43407" y="4076395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4190695"/>
            <a:ext cx="200254" cy="20025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43254" y="4076395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principali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343254" y="4355287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Accesso diretto agli strumenti core come Outlook, Teams, OneDrive, Word, Excel e PowerPoint.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71500" y="5079492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743407" y="5251399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t="-507" b="-507"/>
          <a:stretch/>
        </p:blipFill>
        <p:spPr>
          <a:xfrm>
            <a:off x="833018" y="5365699"/>
            <a:ext cx="247802" cy="20025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43254" y="5251399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Accesso Web/Desktop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343254" y="5529377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Apri le versioni web direttamente nel browser o scarica i client desktop se inclusi nella licenza.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639105" y="1047902"/>
            <a:ext cx="1904695" cy="1904695"/>
          </a:xfrm>
          <a:prstGeom prst="roundRect">
            <a:avLst>
              <a:gd name="adj" fmla="val 4801"/>
            </a:avLst>
          </a:prstGeom>
          <a:solidFill>
            <a:srgbClr val="FFEBD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0"/>
          <p:cNvSpPr/>
          <p:nvPr/>
        </p:nvSpPr>
        <p:spPr>
          <a:xfrm>
            <a:off x="9239098" y="4095598"/>
            <a:ext cx="2857500" cy="2857500"/>
          </a:xfrm>
          <a:prstGeom prst="ellipse">
            <a:avLst/>
          </a:prstGeom>
          <a:solidFill>
            <a:srgbClr val="CFE6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2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3"/>
          <p:cNvSpPr txBox="1"/>
          <p:nvPr/>
        </p:nvSpPr>
        <p:spPr>
          <a:xfrm>
            <a:off x="571500" y="152705"/>
            <a:ext cx="3924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Navigazione e Accesso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71500" y="381305"/>
            <a:ext cx="46552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Launcher (Waffle)</a:t>
            </a:r>
            <a:endParaRPr lang="en-US" sz="2700" dirty="0"/>
          </a:p>
        </p:txBody>
      </p:sp>
      <p:sp>
        <p:nvSpPr>
          <p:cNvPr id="31" name="Shape 25"/>
          <p:cNvSpPr/>
          <p:nvPr/>
        </p:nvSpPr>
        <p:spPr>
          <a:xfrm>
            <a:off x="9731045" y="276149"/>
            <a:ext cx="1895551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931298" y="381305"/>
            <a:ext cx="152705" cy="152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198303" y="276149"/>
            <a:ext cx="12865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Menu Applicazioni</a:t>
            </a:r>
            <a:endParaRPr lang="en-US" sz="10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 t="-6" b="-6"/>
          <a:stretch/>
        </p:blipFill>
        <p:spPr>
          <a:xfrm>
            <a:off x="5924398" y="1966874"/>
            <a:ext cx="5695798" cy="3877056"/>
          </a:xfrm>
          <a:prstGeom prst="rect">
            <a:avLst/>
          </a:prstGeom>
        </p:spPr>
      </p:pic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 t="-80" b="-80"/>
          <a:stretch/>
        </p:blipFill>
        <p:spPr>
          <a:xfrm>
            <a:off x="6029554" y="2072030"/>
            <a:ext cx="5486400" cy="286207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172200" y="2024482"/>
            <a:ext cx="381305" cy="381305"/>
          </a:xfrm>
          <a:prstGeom prst="rect">
            <a:avLst/>
          </a:prstGeom>
          <a:solidFill>
            <a:srgbClr val="005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271870" y="2124151"/>
            <a:ext cx="181051" cy="181051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705295" y="2119579"/>
            <a:ext cx="10771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365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6029554" y="2404872"/>
            <a:ext cx="5486400" cy="3333902"/>
          </a:xfrm>
          <a:prstGeom prst="roundRect">
            <a:avLst>
              <a:gd name="adj" fmla="val 31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0" name="Shape 30"/>
          <p:cNvSpPr/>
          <p:nvPr/>
        </p:nvSpPr>
        <p:spPr>
          <a:xfrm>
            <a:off x="6029554" y="2919679"/>
            <a:ext cx="5486400" cy="9144"/>
          </a:xfrm>
          <a:prstGeom prst="roundRect">
            <a:avLst>
              <a:gd name="adj" fmla="val 727273"/>
            </a:avLst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1"/>
          <p:cNvSpPr txBox="1"/>
          <p:nvPr/>
        </p:nvSpPr>
        <p:spPr>
          <a:xfrm>
            <a:off x="6219749" y="2547518"/>
            <a:ext cx="372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</a:t>
            </a:r>
            <a:endParaRPr lang="en-US" sz="120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886346" y="3215030"/>
            <a:ext cx="304495" cy="304495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6773875" y="3595421"/>
            <a:ext cx="534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Outlook</a:t>
            </a:r>
            <a:endParaRPr lang="en-US" sz="9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2"/>
          <a:srcRect l="-90" r="-90"/>
          <a:stretch/>
        </p:blipFill>
        <p:spPr>
          <a:xfrm>
            <a:off x="8581644" y="3215030"/>
            <a:ext cx="381305" cy="304495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8466430" y="3595421"/>
            <a:ext cx="619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OneDrive</a:t>
            </a:r>
            <a:endParaRPr lang="en-US" sz="90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3"/>
          <a:srcRect l="-50" r="-50"/>
          <a:stretch/>
        </p:blipFill>
        <p:spPr>
          <a:xfrm>
            <a:off x="10392156" y="3215030"/>
            <a:ext cx="228600" cy="304495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10312603" y="3595421"/>
            <a:ext cx="3913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</a:t>
            </a:r>
            <a:endParaRPr lang="en-US" sz="900" dirty="0"/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4"/>
          <a:srcRect l="-50" r="-50"/>
          <a:stretch/>
        </p:blipFill>
        <p:spPr>
          <a:xfrm>
            <a:off x="6924751" y="4064508"/>
            <a:ext cx="228600" cy="304495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6856171" y="4444898"/>
            <a:ext cx="3721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Excel</a:t>
            </a:r>
            <a:endParaRPr lang="en-US" sz="900" dirty="0"/>
          </a:p>
        </p:txBody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15"/>
          <a:srcRect l="-50" r="-50"/>
          <a:stretch/>
        </p:blipFill>
        <p:spPr>
          <a:xfrm>
            <a:off x="8658454" y="4064508"/>
            <a:ext cx="228600" cy="304495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8395106" y="4444898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PowerPoint</a:t>
            </a:r>
            <a:endParaRPr lang="en-US" sz="900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6"/>
          <a:srcRect l="-107" r="-107"/>
          <a:stretch/>
        </p:blipFill>
        <p:spPr>
          <a:xfrm>
            <a:off x="10372954" y="4064508"/>
            <a:ext cx="267005" cy="304495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10210190" y="4444898"/>
            <a:ext cx="600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OneNote</a:t>
            </a:r>
            <a:endParaRPr lang="en-US" sz="900" dirty="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17"/>
          <a:srcRect l="-50" r="-50"/>
          <a:stretch/>
        </p:blipFill>
        <p:spPr>
          <a:xfrm>
            <a:off x="6867144" y="4913986"/>
            <a:ext cx="342900" cy="304495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6667805" y="5295290"/>
            <a:ext cx="7488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SharePoint</a:t>
            </a:r>
            <a:endParaRPr lang="en-US" sz="900" dirty="0"/>
          </a:p>
        </p:txBody>
      </p:sp>
      <p:pic>
        <p:nvPicPr>
          <p:cNvPr id="56" name="Image 15" descr="preencoded.png"/>
          <p:cNvPicPr>
            <a:picLocks noChangeAspect="1"/>
          </p:cNvPicPr>
          <p:nvPr/>
        </p:nvPicPr>
        <p:blipFill>
          <a:blip r:embed="rId18"/>
          <a:srcRect l="-90" r="-90"/>
          <a:stretch/>
        </p:blipFill>
        <p:spPr>
          <a:xfrm>
            <a:off x="8581644" y="4913986"/>
            <a:ext cx="381305" cy="304495"/>
          </a:xfrm>
          <a:prstGeom prst="rect">
            <a:avLst/>
          </a:prstGeom>
        </p:spPr>
      </p:pic>
      <p:sp>
        <p:nvSpPr>
          <p:cNvPr id="57" name="Text 39"/>
          <p:cNvSpPr txBox="1"/>
          <p:nvPr/>
        </p:nvSpPr>
        <p:spPr>
          <a:xfrm>
            <a:off x="8546897" y="5295290"/>
            <a:ext cx="457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</a:t>
            </a:r>
            <a:endParaRPr lang="en-US" sz="900" dirty="0"/>
          </a:p>
        </p:txBody>
      </p:sp>
      <p:pic>
        <p:nvPicPr>
          <p:cNvPr id="58" name="Image 1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10353751" y="4913986"/>
            <a:ext cx="304495" cy="304495"/>
          </a:xfrm>
          <a:prstGeom prst="rect">
            <a:avLst/>
          </a:prstGeom>
        </p:spPr>
      </p:pic>
      <p:sp>
        <p:nvSpPr>
          <p:cNvPr id="59" name="Text 40"/>
          <p:cNvSpPr txBox="1"/>
          <p:nvPr/>
        </p:nvSpPr>
        <p:spPr>
          <a:xfrm>
            <a:off x="10282428" y="5295290"/>
            <a:ext cx="448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</a:t>
            </a:r>
            <a:endParaRPr lang="en-US" sz="900" dirty="0"/>
          </a:p>
        </p:txBody>
      </p:sp>
      <p:sp>
        <p:nvSpPr>
          <p:cNvPr id="60" name="Shape 41"/>
          <p:cNvSpPr/>
          <p:nvPr/>
        </p:nvSpPr>
        <p:spPr>
          <a:xfrm>
            <a:off x="6029554" y="4862779"/>
            <a:ext cx="5486400" cy="875995"/>
          </a:xfrm>
          <a:prstGeom prst="roundRect">
            <a:avLst>
              <a:gd name="adj" fmla="val 4538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Text 42"/>
          <p:cNvSpPr txBox="1"/>
          <p:nvPr/>
        </p:nvSpPr>
        <p:spPr>
          <a:xfrm>
            <a:off x="6181344" y="5014570"/>
            <a:ext cx="52962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Documenti recenti</a:t>
            </a:r>
            <a:endParaRPr lang="en-US" sz="900" dirty="0"/>
          </a:p>
        </p:txBody>
      </p:sp>
      <p:pic>
        <p:nvPicPr>
          <p:cNvPr id="62" name="Image 17" descr="preencoded.png"/>
          <p:cNvPicPr>
            <a:picLocks noChangeAspect="1"/>
          </p:cNvPicPr>
          <p:nvPr/>
        </p:nvPicPr>
        <p:blipFill>
          <a:blip r:embed="rId20"/>
          <a:srcRect l="-2512" r="-2512"/>
          <a:stretch/>
        </p:blipFill>
        <p:spPr>
          <a:xfrm>
            <a:off x="6181344" y="5253228"/>
            <a:ext cx="105156" cy="133502"/>
          </a:xfrm>
          <a:prstGeom prst="rect">
            <a:avLst/>
          </a:prstGeom>
        </p:spPr>
      </p:pic>
      <p:sp>
        <p:nvSpPr>
          <p:cNvPr id="63" name="Text 43"/>
          <p:cNvSpPr txBox="1"/>
          <p:nvPr/>
        </p:nvSpPr>
        <p:spPr>
          <a:xfrm>
            <a:off x="6362395" y="5243170"/>
            <a:ext cx="13496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Progetto_Finale.docx</a:t>
            </a:r>
            <a:endParaRPr lang="en-US" sz="900" dirty="0"/>
          </a:p>
        </p:txBody>
      </p:sp>
      <p:pic>
        <p:nvPicPr>
          <p:cNvPr id="64" name="Image 18" descr="preencoded.png"/>
          <p:cNvPicPr>
            <a:picLocks noChangeAspect="1"/>
          </p:cNvPicPr>
          <p:nvPr/>
        </p:nvPicPr>
        <p:blipFill>
          <a:blip r:embed="rId21"/>
          <a:srcRect l="-2512" r="-2512"/>
          <a:stretch/>
        </p:blipFill>
        <p:spPr>
          <a:xfrm>
            <a:off x="6181344" y="5443423"/>
            <a:ext cx="105156" cy="133502"/>
          </a:xfrm>
          <a:prstGeom prst="rect">
            <a:avLst/>
          </a:prstGeom>
        </p:spPr>
      </p:pic>
      <p:sp>
        <p:nvSpPr>
          <p:cNvPr id="65" name="Text 44"/>
          <p:cNvSpPr txBox="1"/>
          <p:nvPr/>
        </p:nvSpPr>
        <p:spPr>
          <a:xfrm>
            <a:off x="6362395" y="5434279"/>
            <a:ext cx="11228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Budget_2024.xlsx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655978"/>
            <a:ext cx="4762195" cy="942746"/>
          </a:xfrm>
          <a:prstGeom prst="roundRect">
            <a:avLst>
              <a:gd name="adj" fmla="val 11757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571500" y="1655978"/>
            <a:ext cx="38405" cy="942746"/>
          </a:xfrm>
          <a:prstGeom prst="roundRect">
            <a:avLst>
              <a:gd name="adj" fmla="val 288599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761695" y="1807769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1082" r="-1082"/>
          <a:stretch/>
        </p:blipFill>
        <p:spPr>
          <a:xfrm>
            <a:off x="881482" y="1917497"/>
            <a:ext cx="161849" cy="18105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14907" y="1807769"/>
            <a:ext cx="3982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Accesso rapido ai file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314907" y="2074774"/>
            <a:ext cx="39438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Ritrova immediatamente i documenti su cui hai lavorato di recente, indipendentemente dall'applicazione utilizzata.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1500" y="2780690"/>
            <a:ext cx="4762195" cy="942746"/>
          </a:xfrm>
          <a:prstGeom prst="roundRect">
            <a:avLst>
              <a:gd name="adj" fmla="val 11757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571500" y="2780690"/>
            <a:ext cx="38405" cy="942746"/>
          </a:xfrm>
          <a:prstGeom prst="roundRect">
            <a:avLst>
              <a:gd name="adj" fmla="val 288599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761695" y="2932481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1082" r="-1082"/>
          <a:stretch/>
        </p:blipFill>
        <p:spPr>
          <a:xfrm>
            <a:off x="881482" y="3042209"/>
            <a:ext cx="161849" cy="18105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14907" y="2932481"/>
            <a:ext cx="3982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condivisi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314907" y="3199486"/>
            <a:ext cx="39438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Visualizza facilmente i file che i colleghi hanno condiviso con te, centralizzando la collaborazione.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71500" y="3905402"/>
            <a:ext cx="4762195" cy="942746"/>
          </a:xfrm>
          <a:prstGeom prst="roundRect">
            <a:avLst>
              <a:gd name="adj" fmla="val 11757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571500" y="3905402"/>
            <a:ext cx="38405" cy="942746"/>
          </a:xfrm>
          <a:prstGeom prst="roundRect">
            <a:avLst>
              <a:gd name="adj" fmla="val 288599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761695" y="4058107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71423" y="4166921"/>
            <a:ext cx="181051" cy="181051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314907" y="4058107"/>
            <a:ext cx="3982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Filtri disponibili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314907" y="4324198"/>
            <a:ext cx="39438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Utilizza filtri intelligenti per ordinare per tipo di file, data di modifica o autore per trovare subito ciò che cerchi.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71500" y="5030114"/>
            <a:ext cx="4762195" cy="942746"/>
          </a:xfrm>
          <a:prstGeom prst="roundRect">
            <a:avLst>
              <a:gd name="adj" fmla="val 11757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571500" y="5030114"/>
            <a:ext cx="38405" cy="942746"/>
          </a:xfrm>
          <a:prstGeom prst="roundRect">
            <a:avLst>
              <a:gd name="adj" fmla="val 288599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0"/>
          <p:cNvSpPr/>
          <p:nvPr/>
        </p:nvSpPr>
        <p:spPr>
          <a:xfrm>
            <a:off x="761695" y="5182819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l="-1082" r="-1082"/>
          <a:stretch/>
        </p:blipFill>
        <p:spPr>
          <a:xfrm>
            <a:off x="881482" y="5291633"/>
            <a:ext cx="161849" cy="181051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314907" y="5182819"/>
            <a:ext cx="3982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Riprendere lavoro velocemente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1314907" y="5448910"/>
            <a:ext cx="39438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solo clic per riaprire l'ultimo documento modificato e continuare esattamente da dove avevi lasciato.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524805" y="1004926"/>
            <a:ext cx="2095805" cy="2095805"/>
          </a:xfrm>
          <a:prstGeom prst="roundRect">
            <a:avLst>
              <a:gd name="adj" fmla="val 4958"/>
            </a:avLst>
          </a:prstGeom>
          <a:solidFill>
            <a:srgbClr val="FFEBD6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4"/>
          <p:cNvSpPr/>
          <p:nvPr/>
        </p:nvSpPr>
        <p:spPr>
          <a:xfrm>
            <a:off x="8667598" y="3662172"/>
            <a:ext cx="3333902" cy="3333902"/>
          </a:xfrm>
          <a:prstGeom prst="ellipse">
            <a:avLst/>
          </a:prstGeom>
          <a:solidFill>
            <a:srgbClr val="CFE6FA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5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Shape 26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27"/>
          <p:cNvSpPr txBox="1"/>
          <p:nvPr/>
        </p:nvSpPr>
        <p:spPr>
          <a:xfrm>
            <a:off x="571500" y="152705"/>
            <a:ext cx="20610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Navigazione Portale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571500" y="381305"/>
            <a:ext cx="27102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Recenti</a:t>
            </a:r>
            <a:endParaRPr lang="en-US" sz="2700" dirty="0"/>
          </a:p>
        </p:txBody>
      </p:sp>
      <p:sp>
        <p:nvSpPr>
          <p:cNvPr id="35" name="Shape 29"/>
          <p:cNvSpPr/>
          <p:nvPr/>
        </p:nvSpPr>
        <p:spPr>
          <a:xfrm>
            <a:off x="9934956" y="276149"/>
            <a:ext cx="1686154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135210" y="381305"/>
            <a:ext cx="152705" cy="152705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0402214" y="276149"/>
            <a:ext cx="10771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Accesso Rapido</a:t>
            </a:r>
            <a:endParaRPr lang="en-US" sz="10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 l="-5" r="-5"/>
          <a:stretch/>
        </p:blipFill>
        <p:spPr>
          <a:xfrm>
            <a:off x="5905195" y="1386230"/>
            <a:ext cx="5524805" cy="5038344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5915254" y="1395374"/>
            <a:ext cx="5505602" cy="342900"/>
          </a:xfrm>
          <a:prstGeom prst="roundRect">
            <a:avLst>
              <a:gd name="adj" fmla="val 88889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0" name="Shape 32"/>
          <p:cNvSpPr/>
          <p:nvPr/>
        </p:nvSpPr>
        <p:spPr>
          <a:xfrm>
            <a:off x="5915254" y="1729130"/>
            <a:ext cx="5505602" cy="9144"/>
          </a:xfrm>
          <a:prstGeom prst="roundRect">
            <a:avLst>
              <a:gd name="adj" fmla="val 3333333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Shape 33"/>
          <p:cNvSpPr/>
          <p:nvPr/>
        </p:nvSpPr>
        <p:spPr>
          <a:xfrm>
            <a:off x="6067044" y="1509674"/>
            <a:ext cx="105156" cy="10515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34"/>
          <p:cNvSpPr/>
          <p:nvPr/>
        </p:nvSpPr>
        <p:spPr>
          <a:xfrm>
            <a:off x="6248095" y="1509674"/>
            <a:ext cx="105156" cy="10515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35"/>
          <p:cNvSpPr/>
          <p:nvPr/>
        </p:nvSpPr>
        <p:spPr>
          <a:xfrm>
            <a:off x="6429146" y="1509674"/>
            <a:ext cx="105156" cy="105156"/>
          </a:xfrm>
          <a:prstGeom prst="ellipse">
            <a:avLst/>
          </a:prstGeom>
          <a:solidFill>
            <a:srgbClr val="28C9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36"/>
          <p:cNvSpPr txBox="1"/>
          <p:nvPr/>
        </p:nvSpPr>
        <p:spPr>
          <a:xfrm>
            <a:off x="6991502" y="1438351"/>
            <a:ext cx="3677717" cy="24780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https://www.office.com </a:t>
            </a:r>
            <a:endParaRPr lang="en-US" sz="900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6810451" y="1505102"/>
            <a:ext cx="105156" cy="114300"/>
          </a:xfrm>
          <a:prstGeom prst="rect">
            <a:avLst/>
          </a:prstGeom>
        </p:spPr>
      </p:pic>
      <p:sp>
        <p:nvSpPr>
          <p:cNvPr id="46" name="Shape 37"/>
          <p:cNvSpPr/>
          <p:nvPr/>
        </p:nvSpPr>
        <p:spPr>
          <a:xfrm>
            <a:off x="5915254" y="1738274"/>
            <a:ext cx="5505602" cy="4677156"/>
          </a:xfrm>
          <a:prstGeom prst="roundRect">
            <a:avLst>
              <a:gd name="adj" fmla="val 478"/>
            </a:avLst>
          </a:prstGeom>
          <a:solidFill>
            <a:srgbClr val="FAF9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Shape 38"/>
          <p:cNvSpPr/>
          <p:nvPr/>
        </p:nvSpPr>
        <p:spPr>
          <a:xfrm>
            <a:off x="6143854" y="2300630"/>
            <a:ext cx="5048402" cy="9144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39"/>
          <p:cNvSpPr txBox="1"/>
          <p:nvPr/>
        </p:nvSpPr>
        <p:spPr>
          <a:xfrm>
            <a:off x="6143854" y="2536546"/>
            <a:ext cx="154167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Accesso Rapido</a:t>
            </a:r>
            <a:endParaRPr lang="en-US" sz="1300" dirty="0"/>
          </a:p>
        </p:txBody>
      </p:sp>
      <p:sp>
        <p:nvSpPr>
          <p:cNvPr id="49" name="Text 40"/>
          <p:cNvSpPr txBox="1"/>
          <p:nvPr/>
        </p:nvSpPr>
        <p:spPr>
          <a:xfrm>
            <a:off x="10553090" y="2574950"/>
            <a:ext cx="77083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Vedi tutto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6143854" y="2955341"/>
            <a:ext cx="5048402" cy="694944"/>
          </a:xfrm>
          <a:prstGeom prst="roundRect">
            <a:avLst>
              <a:gd name="adj" fmla="val 14420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6429146" y="3187598"/>
            <a:ext cx="171907" cy="228600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6858000" y="3098902"/>
            <a:ext cx="3667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Progetto_Marketing_Q3.docx</a:t>
            </a:r>
            <a:endParaRPr lang="en-US" sz="1100" dirty="0"/>
          </a:p>
        </p:txBody>
      </p:sp>
      <p:sp>
        <p:nvSpPr>
          <p:cNvPr id="53" name="Text 43"/>
          <p:cNvSpPr txBox="1"/>
          <p:nvPr/>
        </p:nvSpPr>
        <p:spPr>
          <a:xfrm>
            <a:off x="6858000" y="3334817"/>
            <a:ext cx="13039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Modificato 10 min fa</a:t>
            </a:r>
            <a:endParaRPr lang="en-US" sz="900" dirty="0"/>
          </a:p>
        </p:txBody>
      </p:sp>
      <p:sp>
        <p:nvSpPr>
          <p:cNvPr id="54" name="Text 44"/>
          <p:cNvSpPr txBox="1"/>
          <p:nvPr/>
        </p:nvSpPr>
        <p:spPr>
          <a:xfrm>
            <a:off x="8044891" y="3334817"/>
            <a:ext cx="1243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900" dirty="0"/>
          </a:p>
        </p:txBody>
      </p:sp>
      <p:sp>
        <p:nvSpPr>
          <p:cNvPr id="55" name="Text 45"/>
          <p:cNvSpPr txBox="1"/>
          <p:nvPr/>
        </p:nvSpPr>
        <p:spPr>
          <a:xfrm>
            <a:off x="8183880" y="3334817"/>
            <a:ext cx="176845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SharePoint Team Marketing</a:t>
            </a:r>
            <a:endParaRPr lang="en-US" sz="900" dirty="0"/>
          </a:p>
        </p:txBody>
      </p:sp>
      <p:sp>
        <p:nvSpPr>
          <p:cNvPr id="56" name="Shape 46"/>
          <p:cNvSpPr/>
          <p:nvPr/>
        </p:nvSpPr>
        <p:spPr>
          <a:xfrm>
            <a:off x="10404958" y="3183941"/>
            <a:ext cx="609905" cy="237744"/>
          </a:xfrm>
          <a:prstGeom prst="roundRect">
            <a:avLst>
              <a:gd name="adj" fmla="val 184615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Text 47"/>
          <p:cNvSpPr txBox="1"/>
          <p:nvPr/>
        </p:nvSpPr>
        <p:spPr>
          <a:xfrm>
            <a:off x="10461651" y="3238805"/>
            <a:ext cx="6675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Recente</a:t>
            </a:r>
            <a:endParaRPr lang="en-US" sz="800" dirty="0"/>
          </a:p>
        </p:txBody>
      </p:sp>
      <p:sp>
        <p:nvSpPr>
          <p:cNvPr id="58" name="Shape 48"/>
          <p:cNvSpPr/>
          <p:nvPr/>
        </p:nvSpPr>
        <p:spPr>
          <a:xfrm>
            <a:off x="6143854" y="3763670"/>
            <a:ext cx="5048402" cy="694944"/>
          </a:xfrm>
          <a:prstGeom prst="roundRect">
            <a:avLst>
              <a:gd name="adj" fmla="val 14420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11"/>
          <a:srcRect l="-133" r="-133"/>
          <a:stretch/>
        </p:blipFill>
        <p:spPr>
          <a:xfrm>
            <a:off x="6429146" y="3995928"/>
            <a:ext cx="171907" cy="228600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6858000" y="3906317"/>
            <a:ext cx="35817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Budget_Annuale_2024.xlsx</a:t>
            </a:r>
            <a:endParaRPr lang="en-US" sz="1100" dirty="0"/>
          </a:p>
        </p:txBody>
      </p:sp>
      <p:sp>
        <p:nvSpPr>
          <p:cNvPr id="61" name="Text 50"/>
          <p:cNvSpPr txBox="1"/>
          <p:nvPr/>
        </p:nvSpPr>
        <p:spPr>
          <a:xfrm>
            <a:off x="6858000" y="4142232"/>
            <a:ext cx="120152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Modificato 2 ore fa</a:t>
            </a:r>
            <a:endParaRPr lang="en-US" sz="900" dirty="0"/>
          </a:p>
        </p:txBody>
      </p:sp>
      <p:sp>
        <p:nvSpPr>
          <p:cNvPr id="62" name="Text 51"/>
          <p:cNvSpPr txBox="1"/>
          <p:nvPr/>
        </p:nvSpPr>
        <p:spPr>
          <a:xfrm>
            <a:off x="7954366" y="4142232"/>
            <a:ext cx="1243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900" dirty="0"/>
          </a:p>
        </p:txBody>
      </p:sp>
      <p:sp>
        <p:nvSpPr>
          <p:cNvPr id="63" name="Text 52"/>
          <p:cNvSpPr txBox="1"/>
          <p:nvPr/>
        </p:nvSpPr>
        <p:spPr>
          <a:xfrm>
            <a:off x="8093354" y="4142232"/>
            <a:ext cx="1270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OneDrive Personale</a:t>
            </a:r>
            <a:endParaRPr lang="en-US" sz="900" dirty="0"/>
          </a:p>
        </p:txBody>
      </p:sp>
      <p:sp>
        <p:nvSpPr>
          <p:cNvPr id="64" name="Shape 53"/>
          <p:cNvSpPr/>
          <p:nvPr/>
        </p:nvSpPr>
        <p:spPr>
          <a:xfrm>
            <a:off x="10320833" y="3992270"/>
            <a:ext cx="694944" cy="237744"/>
          </a:xfrm>
          <a:prstGeom prst="roundRect">
            <a:avLst>
              <a:gd name="adj" fmla="val 184615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54"/>
          <p:cNvSpPr txBox="1"/>
          <p:nvPr/>
        </p:nvSpPr>
        <p:spPr>
          <a:xfrm>
            <a:off x="10402214" y="4037991"/>
            <a:ext cx="752551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Condiviso</a:t>
            </a:r>
            <a:endParaRPr lang="en-US" sz="800" dirty="0"/>
          </a:p>
        </p:txBody>
      </p:sp>
      <p:sp>
        <p:nvSpPr>
          <p:cNvPr id="66" name="Shape 55"/>
          <p:cNvSpPr/>
          <p:nvPr/>
        </p:nvSpPr>
        <p:spPr>
          <a:xfrm>
            <a:off x="6143854" y="4571086"/>
            <a:ext cx="5048402" cy="694944"/>
          </a:xfrm>
          <a:prstGeom prst="roundRect">
            <a:avLst>
              <a:gd name="adj" fmla="val 14420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7" name="Image 9" descr="preencoded.png"/>
          <p:cNvPicPr>
            <a:picLocks noChangeAspect="1"/>
          </p:cNvPicPr>
          <p:nvPr/>
        </p:nvPicPr>
        <p:blipFill>
          <a:blip r:embed="rId12"/>
          <a:srcRect l="-133" r="-133"/>
          <a:stretch/>
        </p:blipFill>
        <p:spPr>
          <a:xfrm>
            <a:off x="6429146" y="4803343"/>
            <a:ext cx="171907" cy="228600"/>
          </a:xfrm>
          <a:prstGeom prst="rect">
            <a:avLst/>
          </a:prstGeom>
        </p:spPr>
      </p:pic>
      <p:sp>
        <p:nvSpPr>
          <p:cNvPr id="68" name="Text 56"/>
          <p:cNvSpPr txBox="1"/>
          <p:nvPr/>
        </p:nvSpPr>
        <p:spPr>
          <a:xfrm>
            <a:off x="6858000" y="4713732"/>
            <a:ext cx="3667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Presentazione_Kickoff.pptx</a:t>
            </a:r>
            <a:endParaRPr lang="en-US" sz="1100" dirty="0"/>
          </a:p>
        </p:txBody>
      </p:sp>
      <p:sp>
        <p:nvSpPr>
          <p:cNvPr id="69" name="Text 57"/>
          <p:cNvSpPr txBox="1"/>
          <p:nvPr/>
        </p:nvSpPr>
        <p:spPr>
          <a:xfrm>
            <a:off x="6858000" y="4949647"/>
            <a:ext cx="66934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Aperto ieri</a:t>
            </a:r>
            <a:endParaRPr lang="en-US" sz="900" dirty="0"/>
          </a:p>
        </p:txBody>
      </p:sp>
      <p:sp>
        <p:nvSpPr>
          <p:cNvPr id="70" name="Text 58"/>
          <p:cNvSpPr txBox="1"/>
          <p:nvPr/>
        </p:nvSpPr>
        <p:spPr>
          <a:xfrm>
            <a:off x="7514539" y="4949647"/>
            <a:ext cx="1243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900" dirty="0"/>
          </a:p>
        </p:txBody>
      </p:sp>
      <p:sp>
        <p:nvSpPr>
          <p:cNvPr id="71" name="Text 59"/>
          <p:cNvSpPr txBox="1"/>
          <p:nvPr/>
        </p:nvSpPr>
        <p:spPr>
          <a:xfrm>
            <a:off x="7652614" y="4949647"/>
            <a:ext cx="105430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Allegato Outlook</a:t>
            </a:r>
            <a:endParaRPr lang="en-US" sz="900" dirty="0"/>
          </a:p>
        </p:txBody>
      </p:sp>
      <p:sp>
        <p:nvSpPr>
          <p:cNvPr id="72" name="Shape 60"/>
          <p:cNvSpPr/>
          <p:nvPr/>
        </p:nvSpPr>
        <p:spPr>
          <a:xfrm>
            <a:off x="10404958" y="4799686"/>
            <a:ext cx="609905" cy="237744"/>
          </a:xfrm>
          <a:prstGeom prst="roundRect">
            <a:avLst>
              <a:gd name="adj" fmla="val 184615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3" name="Text 61"/>
          <p:cNvSpPr txBox="1"/>
          <p:nvPr/>
        </p:nvSpPr>
        <p:spPr>
          <a:xfrm>
            <a:off x="10477652" y="4845406"/>
            <a:ext cx="6675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Recente</a:t>
            </a:r>
            <a:endParaRPr lang="en-US" sz="800" dirty="0"/>
          </a:p>
        </p:txBody>
      </p:sp>
      <p:sp>
        <p:nvSpPr>
          <p:cNvPr id="74" name="Shape 62"/>
          <p:cNvSpPr/>
          <p:nvPr/>
        </p:nvSpPr>
        <p:spPr>
          <a:xfrm>
            <a:off x="6143854" y="5378501"/>
            <a:ext cx="5048402" cy="694944"/>
          </a:xfrm>
          <a:prstGeom prst="roundRect">
            <a:avLst>
              <a:gd name="adj" fmla="val 14420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5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400800" y="5610758"/>
            <a:ext cx="228600" cy="228600"/>
          </a:xfrm>
          <a:prstGeom prst="rect">
            <a:avLst/>
          </a:prstGeom>
        </p:spPr>
      </p:pic>
      <p:sp>
        <p:nvSpPr>
          <p:cNvPr id="76" name="Text 63"/>
          <p:cNvSpPr txBox="1"/>
          <p:nvPr/>
        </p:nvSpPr>
        <p:spPr>
          <a:xfrm>
            <a:off x="6858000" y="5521147"/>
            <a:ext cx="35817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Manuale_Utente_v2.pdf</a:t>
            </a:r>
            <a:endParaRPr lang="en-US" sz="1100" dirty="0"/>
          </a:p>
        </p:txBody>
      </p:sp>
      <p:sp>
        <p:nvSpPr>
          <p:cNvPr id="77" name="Text 64"/>
          <p:cNvSpPr txBox="1"/>
          <p:nvPr/>
        </p:nvSpPr>
        <p:spPr>
          <a:xfrm>
            <a:off x="6858000" y="5757977"/>
            <a:ext cx="162123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Condiviso da Marco Rossi</a:t>
            </a:r>
            <a:endParaRPr lang="en-US" sz="900" dirty="0"/>
          </a:p>
        </p:txBody>
      </p:sp>
      <p:sp>
        <p:nvSpPr>
          <p:cNvPr id="78" name="Text 65"/>
          <p:cNvSpPr txBox="1"/>
          <p:nvPr/>
        </p:nvSpPr>
        <p:spPr>
          <a:xfrm>
            <a:off x="8308238" y="5757977"/>
            <a:ext cx="1243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900" dirty="0"/>
          </a:p>
        </p:txBody>
      </p:sp>
      <p:sp>
        <p:nvSpPr>
          <p:cNvPr id="79" name="Text 66"/>
          <p:cNvSpPr txBox="1"/>
          <p:nvPr/>
        </p:nvSpPr>
        <p:spPr>
          <a:xfrm>
            <a:off x="8446313" y="5757977"/>
            <a:ext cx="71140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 Chat</a:t>
            </a:r>
            <a:endParaRPr lang="en-US" sz="900" dirty="0"/>
          </a:p>
        </p:txBody>
      </p:sp>
      <p:sp>
        <p:nvSpPr>
          <p:cNvPr id="80" name="Shape 67"/>
          <p:cNvSpPr/>
          <p:nvPr/>
        </p:nvSpPr>
        <p:spPr>
          <a:xfrm>
            <a:off x="10320833" y="5607101"/>
            <a:ext cx="694944" cy="237744"/>
          </a:xfrm>
          <a:prstGeom prst="roundRect">
            <a:avLst>
              <a:gd name="adj" fmla="val 184615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1" name="Text 68"/>
          <p:cNvSpPr txBox="1"/>
          <p:nvPr/>
        </p:nvSpPr>
        <p:spPr>
          <a:xfrm>
            <a:off x="10411358" y="5649163"/>
            <a:ext cx="752551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Condiviso</a:t>
            </a:r>
            <a:endParaRPr lang="en-US" sz="800" dirty="0"/>
          </a:p>
        </p:txBody>
      </p:sp>
      <p:sp>
        <p:nvSpPr>
          <p:cNvPr id="82" name="Text 69"/>
          <p:cNvSpPr txBox="1"/>
          <p:nvPr/>
        </p:nvSpPr>
        <p:spPr>
          <a:xfrm>
            <a:off x="6143854" y="1966874"/>
            <a:ext cx="4764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Home</a:t>
            </a:r>
            <a:endParaRPr lang="en-US" sz="1100" dirty="0"/>
          </a:p>
        </p:txBody>
      </p:sp>
      <p:sp>
        <p:nvSpPr>
          <p:cNvPr id="83" name="Shape 70"/>
          <p:cNvSpPr/>
          <p:nvPr/>
        </p:nvSpPr>
        <p:spPr>
          <a:xfrm>
            <a:off x="6143854" y="2279599"/>
            <a:ext cx="418795" cy="28346"/>
          </a:xfrm>
          <a:prstGeom prst="roundRect">
            <a:avLst>
              <a:gd name="adj" fmla="val 3225852"/>
            </a:avLst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4" name="Text 71"/>
          <p:cNvSpPr txBox="1"/>
          <p:nvPr/>
        </p:nvSpPr>
        <p:spPr>
          <a:xfrm>
            <a:off x="6790334" y="1966874"/>
            <a:ext cx="11530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 miei contenuti</a:t>
            </a:r>
            <a:endParaRPr lang="en-US" sz="1100" dirty="0"/>
          </a:p>
        </p:txBody>
      </p:sp>
      <p:sp>
        <p:nvSpPr>
          <p:cNvPr id="85" name="Text 72"/>
          <p:cNvSpPr txBox="1"/>
          <p:nvPr/>
        </p:nvSpPr>
        <p:spPr>
          <a:xfrm>
            <a:off x="8114386" y="1966874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Feed</a:t>
            </a:r>
            <a:endParaRPr lang="en-US" sz="1100" dirty="0"/>
          </a:p>
        </p:txBody>
      </p:sp>
      <p:sp>
        <p:nvSpPr>
          <p:cNvPr id="86" name="Text 73"/>
          <p:cNvSpPr txBox="1"/>
          <p:nvPr/>
        </p:nvSpPr>
        <p:spPr>
          <a:xfrm>
            <a:off x="8677656" y="1966874"/>
            <a:ext cx="3337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556309"/>
            <a:ext cx="4419295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43407" y="1728216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7707" y="1842516"/>
            <a:ext cx="200254" cy="2002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43254" y="1728216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Tutte le App Disponibili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343254" y="2006194"/>
            <a:ext cx="35533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Visualizza l'intero catalogo di applicazioni Microsoft 365 attive per il tuo account in un unico pannello espandibile.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2730398"/>
            <a:ext cx="4419295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743407" y="2902306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507" b="-507"/>
          <a:stretch/>
        </p:blipFill>
        <p:spPr>
          <a:xfrm>
            <a:off x="833018" y="3016606"/>
            <a:ext cx="247802" cy="20025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43254" y="2902306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Web, Desktop e Mobile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343254" y="3180283"/>
            <a:ext cx="35533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Accedi alle versioni online, scarica le app desktop o scopri le varianti mobile direttamente dal portale.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1500" y="3905402"/>
            <a:ext cx="4419295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43407" y="4076395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4190695"/>
            <a:ext cx="200254" cy="20025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43254" y="4076395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di Terze Parti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343254" y="4355287"/>
            <a:ext cx="35533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Integrazioni con servizi esterni approvati dall'azienda, visibili accanto agli strumenti Microsoft ufficiali.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71500" y="5079492"/>
            <a:ext cx="4419295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743407" y="5251399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t="-964" b="-964"/>
          <a:stretch/>
        </p:blipFill>
        <p:spPr>
          <a:xfrm>
            <a:off x="871423" y="5365699"/>
            <a:ext cx="171907" cy="20025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43254" y="5251399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Meno Note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343254" y="5529377"/>
            <a:ext cx="35533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Scopri strumenti utili come Forms, Lists, Planner, Stream, Whiteboard, Visio e molto altro ancora.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086807" y="1047902"/>
            <a:ext cx="1904695" cy="1904695"/>
          </a:xfrm>
          <a:prstGeom prst="roundRect">
            <a:avLst>
              <a:gd name="adj" fmla="val 4801"/>
            </a:avLst>
          </a:prstGeom>
          <a:solidFill>
            <a:srgbClr val="FFEBD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0"/>
          <p:cNvSpPr/>
          <p:nvPr/>
        </p:nvSpPr>
        <p:spPr>
          <a:xfrm>
            <a:off x="9239098" y="4095598"/>
            <a:ext cx="2857500" cy="2857500"/>
          </a:xfrm>
          <a:prstGeom prst="ellipse">
            <a:avLst/>
          </a:prstGeom>
          <a:solidFill>
            <a:srgbClr val="CFE6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2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3"/>
          <p:cNvSpPr txBox="1"/>
          <p:nvPr/>
        </p:nvSpPr>
        <p:spPr>
          <a:xfrm>
            <a:off x="571500" y="152705"/>
            <a:ext cx="3734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Ecosistema Applicativo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71500" y="381305"/>
            <a:ext cx="423001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Elenco Completo App</a:t>
            </a:r>
            <a:endParaRPr lang="en-US" sz="2700" dirty="0"/>
          </a:p>
        </p:txBody>
      </p:sp>
      <p:sp>
        <p:nvSpPr>
          <p:cNvPr id="31" name="Shape 25"/>
          <p:cNvSpPr/>
          <p:nvPr/>
        </p:nvSpPr>
        <p:spPr>
          <a:xfrm>
            <a:off x="10031882" y="276149"/>
            <a:ext cx="1591056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231222" y="381305"/>
            <a:ext cx="152705" cy="152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498226" y="276149"/>
            <a:ext cx="9811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Launcher</a:t>
            </a:r>
            <a:endParaRPr lang="en-US" sz="10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 t="-2" b="-2"/>
          <a:stretch/>
        </p:blipFill>
        <p:spPr>
          <a:xfrm>
            <a:off x="5372100" y="1824228"/>
            <a:ext cx="6248095" cy="4162349"/>
          </a:xfrm>
          <a:prstGeom prst="rect">
            <a:avLst/>
          </a:prstGeom>
        </p:spPr>
      </p:pic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 t="-81" b="-81"/>
          <a:stretch/>
        </p:blipFill>
        <p:spPr>
          <a:xfrm>
            <a:off x="5477256" y="1928470"/>
            <a:ext cx="6038698" cy="286207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5619902" y="2024482"/>
            <a:ext cx="95098" cy="9509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28"/>
          <p:cNvSpPr/>
          <p:nvPr/>
        </p:nvSpPr>
        <p:spPr>
          <a:xfrm>
            <a:off x="5772607" y="2024482"/>
            <a:ext cx="95098" cy="9509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29"/>
          <p:cNvSpPr/>
          <p:nvPr/>
        </p:nvSpPr>
        <p:spPr>
          <a:xfrm>
            <a:off x="5924398" y="2024482"/>
            <a:ext cx="95098" cy="95098"/>
          </a:xfrm>
          <a:prstGeom prst="ellipse">
            <a:avLst/>
          </a:prstGeom>
          <a:solidFill>
            <a:srgbClr val="28C9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0"/>
          <p:cNvSpPr/>
          <p:nvPr/>
        </p:nvSpPr>
        <p:spPr>
          <a:xfrm>
            <a:off x="6172200" y="1957730"/>
            <a:ext cx="3838651" cy="2286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1"/>
          <p:cNvSpPr txBox="1"/>
          <p:nvPr/>
        </p:nvSpPr>
        <p:spPr>
          <a:xfrm>
            <a:off x="6467551" y="1957730"/>
            <a:ext cx="36201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www.office.com/apps </a:t>
            </a:r>
            <a:endParaRPr lang="en-US" sz="9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rcRect l="-2571" r="-2571"/>
          <a:stretch/>
        </p:blipFill>
        <p:spPr>
          <a:xfrm>
            <a:off x="6286500" y="2014423"/>
            <a:ext cx="105156" cy="114300"/>
          </a:xfrm>
          <a:prstGeom prst="rect">
            <a:avLst/>
          </a:prstGeom>
        </p:spPr>
      </p:pic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1"/>
          <a:srcRect l="-3" r="-3"/>
          <a:stretch/>
        </p:blipFill>
        <p:spPr>
          <a:xfrm>
            <a:off x="5477256" y="2262226"/>
            <a:ext cx="6038698" cy="3619195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5667451" y="2452421"/>
            <a:ext cx="5658307" cy="362102"/>
          </a:xfrm>
          <a:prstGeom prst="roundRect">
            <a:avLst>
              <a:gd name="adj" fmla="val 26582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33"/>
          <p:cNvSpPr txBox="1"/>
          <p:nvPr/>
        </p:nvSpPr>
        <p:spPr>
          <a:xfrm>
            <a:off x="5991149" y="2452421"/>
            <a:ext cx="5410505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Cerca tutte le app... </a:t>
            </a:r>
            <a:endParaRPr lang="en-US" sz="100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781751" y="2564892"/>
            <a:ext cx="133502" cy="133502"/>
          </a:xfrm>
          <a:prstGeom prst="rect">
            <a:avLst/>
          </a:prstGeom>
        </p:spPr>
      </p:pic>
      <p:sp>
        <p:nvSpPr>
          <p:cNvPr id="46" name="Shape 34"/>
          <p:cNvSpPr/>
          <p:nvPr/>
        </p:nvSpPr>
        <p:spPr>
          <a:xfrm>
            <a:off x="5667451" y="3391510"/>
            <a:ext cx="5609844" cy="9144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35"/>
          <p:cNvSpPr txBox="1"/>
          <p:nvPr/>
        </p:nvSpPr>
        <p:spPr>
          <a:xfrm>
            <a:off x="5667451" y="3143707"/>
            <a:ext cx="5725058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Produttività Core</a:t>
            </a:r>
            <a:endParaRPr lang="en-US" sz="1000" dirty="0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176772" y="3728923"/>
            <a:ext cx="276149" cy="276149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6054242" y="4081882"/>
            <a:ext cx="5239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Outlook</a:t>
            </a:r>
            <a:endParaRPr lang="en-US" sz="900" dirty="0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4"/>
          <a:srcRect t="-333" b="-333"/>
          <a:stretch/>
        </p:blipFill>
        <p:spPr>
          <a:xfrm>
            <a:off x="7582205" y="3728923"/>
            <a:ext cx="342900" cy="276149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7455103" y="4081882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OneDrive</a:t>
            </a:r>
            <a:endParaRPr lang="en-US" sz="900" dirty="0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5"/>
          <a:srcRect l="-552" r="-552"/>
          <a:stretch/>
        </p:blipFill>
        <p:spPr>
          <a:xfrm>
            <a:off x="9087307" y="3728923"/>
            <a:ext cx="209398" cy="276149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9004097" y="4081882"/>
            <a:ext cx="381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</a:t>
            </a:r>
            <a:endParaRPr lang="en-US" sz="900" dirty="0"/>
          </a:p>
        </p:txBody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16"/>
          <a:srcRect l="-552" r="-552"/>
          <a:stretch/>
        </p:blipFill>
        <p:spPr>
          <a:xfrm>
            <a:off x="10524744" y="3728923"/>
            <a:ext cx="209398" cy="276149"/>
          </a:xfrm>
          <a:prstGeom prst="rect">
            <a:avLst/>
          </a:prstGeom>
        </p:spPr>
      </p:pic>
      <p:sp>
        <p:nvSpPr>
          <p:cNvPr id="55" name="Text 39"/>
          <p:cNvSpPr txBox="1"/>
          <p:nvPr/>
        </p:nvSpPr>
        <p:spPr>
          <a:xfrm>
            <a:off x="10451592" y="4081882"/>
            <a:ext cx="362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Excel</a:t>
            </a:r>
            <a:endParaRPr lang="en-US" sz="900" dirty="0"/>
          </a:p>
        </p:txBody>
      </p:sp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17"/>
          <a:srcRect l="-552" r="-552"/>
          <a:stretch/>
        </p:blipFill>
        <p:spPr>
          <a:xfrm>
            <a:off x="6210605" y="4586630"/>
            <a:ext cx="209398" cy="276149"/>
          </a:xfrm>
          <a:prstGeom prst="rect">
            <a:avLst/>
          </a:prstGeom>
        </p:spPr>
      </p:pic>
      <p:sp>
        <p:nvSpPr>
          <p:cNvPr id="57" name="Text 40"/>
          <p:cNvSpPr txBox="1"/>
          <p:nvPr/>
        </p:nvSpPr>
        <p:spPr>
          <a:xfrm>
            <a:off x="5948172" y="4938674"/>
            <a:ext cx="7342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PowerPoint</a:t>
            </a:r>
            <a:endParaRPr lang="en-US" sz="900" dirty="0"/>
          </a:p>
        </p:txBody>
      </p:sp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18"/>
          <a:srcRect t="-333" b="-333"/>
          <a:stretch/>
        </p:blipFill>
        <p:spPr>
          <a:xfrm>
            <a:off x="7582205" y="4586630"/>
            <a:ext cx="342900" cy="276149"/>
          </a:xfrm>
          <a:prstGeom prst="rect">
            <a:avLst/>
          </a:prstGeom>
        </p:spPr>
      </p:pic>
      <p:sp>
        <p:nvSpPr>
          <p:cNvPr id="59" name="Text 41"/>
          <p:cNvSpPr txBox="1"/>
          <p:nvPr/>
        </p:nvSpPr>
        <p:spPr>
          <a:xfrm>
            <a:off x="7534656" y="4938674"/>
            <a:ext cx="4389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</a:t>
            </a:r>
            <a:endParaRPr lang="en-US" sz="900" dirty="0"/>
          </a:p>
        </p:txBody>
      </p:sp>
      <p:pic>
        <p:nvPicPr>
          <p:cNvPr id="60" name="Image 16" descr="preencoded.png"/>
          <p:cNvPicPr>
            <a:picLocks noChangeAspect="1"/>
          </p:cNvPicPr>
          <p:nvPr/>
        </p:nvPicPr>
        <p:blipFill>
          <a:blip r:embed="rId19"/>
          <a:srcRect t="-817" b="-817"/>
          <a:stretch/>
        </p:blipFill>
        <p:spPr>
          <a:xfrm>
            <a:off x="9072677" y="4586630"/>
            <a:ext cx="237744" cy="276149"/>
          </a:xfrm>
          <a:prstGeom prst="rect">
            <a:avLst/>
          </a:prstGeom>
        </p:spPr>
      </p:pic>
      <p:sp>
        <p:nvSpPr>
          <p:cNvPr id="61" name="Text 42"/>
          <p:cNvSpPr txBox="1"/>
          <p:nvPr/>
        </p:nvSpPr>
        <p:spPr>
          <a:xfrm>
            <a:off x="8904427" y="4938674"/>
            <a:ext cx="5815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OneNote</a:t>
            </a:r>
            <a:endParaRPr lang="en-US" sz="900" dirty="0"/>
          </a:p>
        </p:txBody>
      </p:sp>
      <p:pic>
        <p:nvPicPr>
          <p:cNvPr id="62" name="Image 17" descr="preencoded.png"/>
          <p:cNvPicPr>
            <a:picLocks noChangeAspect="1"/>
          </p:cNvPicPr>
          <p:nvPr/>
        </p:nvPicPr>
        <p:blipFill>
          <a:blip r:embed="rId20"/>
          <a:srcRect t="-1013" b="-1013"/>
          <a:stretch/>
        </p:blipFill>
        <p:spPr>
          <a:xfrm>
            <a:off x="10477195" y="4586630"/>
            <a:ext cx="304495" cy="276149"/>
          </a:xfrm>
          <a:prstGeom prst="rect">
            <a:avLst/>
          </a:prstGeom>
        </p:spPr>
      </p:pic>
      <p:sp>
        <p:nvSpPr>
          <p:cNvPr id="63" name="Text 43"/>
          <p:cNvSpPr txBox="1"/>
          <p:nvPr/>
        </p:nvSpPr>
        <p:spPr>
          <a:xfrm>
            <a:off x="10268712" y="4938674"/>
            <a:ext cx="7260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SharePoint</a:t>
            </a:r>
            <a:endParaRPr lang="en-US" sz="900" dirty="0"/>
          </a:p>
        </p:txBody>
      </p:sp>
      <p:sp>
        <p:nvSpPr>
          <p:cNvPr id="64" name="Shape 44"/>
          <p:cNvSpPr/>
          <p:nvPr/>
        </p:nvSpPr>
        <p:spPr>
          <a:xfrm>
            <a:off x="5667451" y="5738774"/>
            <a:ext cx="5609844" cy="9144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AC0CF-D1F1-81DD-2EF7-014B50F0B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92B94D-E0AC-3E92-585A-1A2E8663474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CEF817A-A057-32CC-6B4B-93A544D3115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175714-0D18-5806-ABEB-0357918A9BCB}"/>
              </a:ext>
            </a:extLst>
          </p:cNvPr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66BF517-4B90-B879-73E7-26DEDA9DEAC6}"/>
              </a:ext>
            </a:extLst>
          </p:cNvPr>
          <p:cNvSpPr/>
          <p:nvPr/>
        </p:nvSpPr>
        <p:spPr>
          <a:xfrm>
            <a:off x="571500" y="1556309"/>
            <a:ext cx="4419295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2BE24DE-1374-F8E3-6E8F-1B74BC2A8FC9}"/>
              </a:ext>
            </a:extLst>
          </p:cNvPr>
          <p:cNvSpPr/>
          <p:nvPr/>
        </p:nvSpPr>
        <p:spPr>
          <a:xfrm>
            <a:off x="743407" y="1728216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1453A8BC-9CAE-885A-9B39-C2EE2E13A3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7707" y="1842516"/>
            <a:ext cx="200254" cy="200254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7DF150B1-FF89-16FA-A90E-F74333BEC8C0}"/>
              </a:ext>
            </a:extLst>
          </p:cNvPr>
          <p:cNvSpPr txBox="1"/>
          <p:nvPr/>
        </p:nvSpPr>
        <p:spPr>
          <a:xfrm>
            <a:off x="1343254" y="1728216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Tutte le App Disponibili</a:t>
            </a:r>
            <a:endParaRPr lang="en-US" sz="1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0B156E3-2D75-E6A8-DC95-03DBBF3B4179}"/>
              </a:ext>
            </a:extLst>
          </p:cNvPr>
          <p:cNvSpPr txBox="1"/>
          <p:nvPr/>
        </p:nvSpPr>
        <p:spPr>
          <a:xfrm>
            <a:off x="1343254" y="2006194"/>
            <a:ext cx="35533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Visualizza l'intero catalogo di applicazioni Microsoft 365 attive per il tuo account in un unico pannello espandibile.</a:t>
            </a:r>
            <a:endParaRPr lang="en-US" sz="10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D8781A6-A11D-45B8-64E7-24A48EA7B898}"/>
              </a:ext>
            </a:extLst>
          </p:cNvPr>
          <p:cNvSpPr/>
          <p:nvPr/>
        </p:nvSpPr>
        <p:spPr>
          <a:xfrm>
            <a:off x="571500" y="2730398"/>
            <a:ext cx="4419295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93264CE-68ED-BC16-7599-DD4DDD6CDAC6}"/>
              </a:ext>
            </a:extLst>
          </p:cNvPr>
          <p:cNvSpPr/>
          <p:nvPr/>
        </p:nvSpPr>
        <p:spPr>
          <a:xfrm>
            <a:off x="743407" y="2902306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1F0123CC-0A04-EBCB-FC27-A33EF152EA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507" b="-507"/>
          <a:stretch/>
        </p:blipFill>
        <p:spPr>
          <a:xfrm>
            <a:off x="833018" y="3016606"/>
            <a:ext cx="247802" cy="200254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BD448EA8-D5CE-28D2-7C5D-A838D36DD72A}"/>
              </a:ext>
            </a:extLst>
          </p:cNvPr>
          <p:cNvSpPr txBox="1"/>
          <p:nvPr/>
        </p:nvSpPr>
        <p:spPr>
          <a:xfrm>
            <a:off x="1343254" y="2902306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Web, Desktop e Mobile</a:t>
            </a:r>
            <a:endParaRPr lang="en-US" sz="12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404A05E7-675C-76DD-4420-FEA2F9256FFD}"/>
              </a:ext>
            </a:extLst>
          </p:cNvPr>
          <p:cNvSpPr txBox="1"/>
          <p:nvPr/>
        </p:nvSpPr>
        <p:spPr>
          <a:xfrm>
            <a:off x="1343254" y="3180283"/>
            <a:ext cx="35533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Accedi alle versioni online, scarica le app desktop o scopri le varianti mobile direttamente dal portale.</a:t>
            </a:r>
            <a:endParaRPr lang="en-US" sz="10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24A6282A-0940-19E4-FF76-12904FA128BD}"/>
              </a:ext>
            </a:extLst>
          </p:cNvPr>
          <p:cNvSpPr/>
          <p:nvPr/>
        </p:nvSpPr>
        <p:spPr>
          <a:xfrm>
            <a:off x="571500" y="3905402"/>
            <a:ext cx="4419295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B6791E4D-4115-5FE8-9DC2-67541FC87E48}"/>
              </a:ext>
            </a:extLst>
          </p:cNvPr>
          <p:cNvSpPr/>
          <p:nvPr/>
        </p:nvSpPr>
        <p:spPr>
          <a:xfrm>
            <a:off x="743407" y="4076395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4511AD6E-E916-3802-15BB-89DF15D46B2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4190695"/>
            <a:ext cx="200254" cy="200254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69BBC43C-AF28-13D1-69E3-A31DD8423197}"/>
              </a:ext>
            </a:extLst>
          </p:cNvPr>
          <p:cNvSpPr txBox="1"/>
          <p:nvPr/>
        </p:nvSpPr>
        <p:spPr>
          <a:xfrm>
            <a:off x="1343254" y="4076395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di Terze Parti</a:t>
            </a:r>
            <a:endParaRPr lang="en-US" sz="12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6CA40973-C774-FB65-D85E-0C055CAB8ED0}"/>
              </a:ext>
            </a:extLst>
          </p:cNvPr>
          <p:cNvSpPr txBox="1"/>
          <p:nvPr/>
        </p:nvSpPr>
        <p:spPr>
          <a:xfrm>
            <a:off x="1343254" y="4355287"/>
            <a:ext cx="35533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Integrazioni con servizi esterni approvati dall'azienda, visibili accanto agli strumenti Microsoft ufficiali.</a:t>
            </a:r>
            <a:endParaRPr lang="en-US" sz="100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0ECA9B14-2101-D83E-7A33-48E72A7313B0}"/>
              </a:ext>
            </a:extLst>
          </p:cNvPr>
          <p:cNvSpPr/>
          <p:nvPr/>
        </p:nvSpPr>
        <p:spPr>
          <a:xfrm>
            <a:off x="571500" y="5079492"/>
            <a:ext cx="4419295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842FF3DB-C2CD-60DC-08A0-B98B1A331E60}"/>
              </a:ext>
            </a:extLst>
          </p:cNvPr>
          <p:cNvSpPr/>
          <p:nvPr/>
        </p:nvSpPr>
        <p:spPr>
          <a:xfrm>
            <a:off x="743407" y="5251399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35FB75F5-0B8A-299B-1B1F-8034D121154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964" b="-964"/>
          <a:stretch/>
        </p:blipFill>
        <p:spPr>
          <a:xfrm>
            <a:off x="871423" y="5365699"/>
            <a:ext cx="171907" cy="200254"/>
          </a:xfrm>
          <a:prstGeom prst="rect">
            <a:avLst/>
          </a:prstGeom>
        </p:spPr>
      </p:pic>
      <p:sp>
        <p:nvSpPr>
          <p:cNvPr id="23" name="Text 17">
            <a:extLst>
              <a:ext uri="{FF2B5EF4-FFF2-40B4-BE49-F238E27FC236}">
                <a16:creationId xmlns:a16="http://schemas.microsoft.com/office/drawing/2014/main" id="{AACA6FF8-3F77-A89C-2477-80DE42E2E6CE}"/>
              </a:ext>
            </a:extLst>
          </p:cNvPr>
          <p:cNvSpPr txBox="1"/>
          <p:nvPr/>
        </p:nvSpPr>
        <p:spPr>
          <a:xfrm>
            <a:off x="1343254" y="5251399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Meno Note</a:t>
            </a:r>
            <a:endParaRPr lang="en-US" sz="12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FA1FA982-B905-8D12-8451-313C3A7C7515}"/>
              </a:ext>
            </a:extLst>
          </p:cNvPr>
          <p:cNvSpPr txBox="1"/>
          <p:nvPr/>
        </p:nvSpPr>
        <p:spPr>
          <a:xfrm>
            <a:off x="1343254" y="5529377"/>
            <a:ext cx="35533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Scopri strumenti utili come Forms, Lists, Planner, Stream, Whiteboard, Visio e molto altro ancora.</a:t>
            </a:r>
            <a:endParaRPr lang="en-US" sz="100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94A85F20-1EE3-F46F-F714-5255605B4A3C}"/>
              </a:ext>
            </a:extLst>
          </p:cNvPr>
          <p:cNvSpPr/>
          <p:nvPr/>
        </p:nvSpPr>
        <p:spPr>
          <a:xfrm>
            <a:off x="5086807" y="1047902"/>
            <a:ext cx="1904695" cy="1904695"/>
          </a:xfrm>
          <a:prstGeom prst="roundRect">
            <a:avLst>
              <a:gd name="adj" fmla="val 4801"/>
            </a:avLst>
          </a:prstGeom>
          <a:solidFill>
            <a:srgbClr val="FFEBD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23D973B2-82C3-8200-8021-BB6AB49D0DBD}"/>
              </a:ext>
            </a:extLst>
          </p:cNvPr>
          <p:cNvSpPr/>
          <p:nvPr/>
        </p:nvSpPr>
        <p:spPr>
          <a:xfrm>
            <a:off x="9239098" y="4095598"/>
            <a:ext cx="2857500" cy="2857500"/>
          </a:xfrm>
          <a:prstGeom prst="ellipse">
            <a:avLst/>
          </a:prstGeom>
          <a:solidFill>
            <a:srgbClr val="CFE6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9C791DE2-CA83-CB76-3C9E-2697711591DD}"/>
              </a:ext>
            </a:extLst>
          </p:cNvPr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63F56A08-4BF6-A875-533F-8F504A77982F}"/>
              </a:ext>
            </a:extLst>
          </p:cNvPr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532A51C9-E147-4593-32AE-3980D0407E32}"/>
              </a:ext>
            </a:extLst>
          </p:cNvPr>
          <p:cNvSpPr txBox="1"/>
          <p:nvPr/>
        </p:nvSpPr>
        <p:spPr>
          <a:xfrm>
            <a:off x="571500" y="152705"/>
            <a:ext cx="3734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Ecosistema Applicativo</a:t>
            </a:r>
            <a:endParaRPr lang="en-US" sz="100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7C9FD730-DA0D-A625-AE57-DAC232A9395D}"/>
              </a:ext>
            </a:extLst>
          </p:cNvPr>
          <p:cNvSpPr txBox="1"/>
          <p:nvPr/>
        </p:nvSpPr>
        <p:spPr>
          <a:xfrm>
            <a:off x="571500" y="381305"/>
            <a:ext cx="423001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Elenco Completo App</a:t>
            </a:r>
            <a:endParaRPr lang="en-US" sz="2700" dirty="0"/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0970FBF4-E49E-89ED-B546-790F2B7E6F6F}"/>
              </a:ext>
            </a:extLst>
          </p:cNvPr>
          <p:cNvSpPr/>
          <p:nvPr/>
        </p:nvSpPr>
        <p:spPr>
          <a:xfrm>
            <a:off x="10031882" y="276149"/>
            <a:ext cx="1591056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8B041EB0-10A6-F34A-74EB-33A5568709B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231222" y="381305"/>
            <a:ext cx="152705" cy="152705"/>
          </a:xfrm>
          <a:prstGeom prst="rect">
            <a:avLst/>
          </a:prstGeom>
        </p:spPr>
      </p:pic>
      <p:sp>
        <p:nvSpPr>
          <p:cNvPr id="33" name="Text 26">
            <a:extLst>
              <a:ext uri="{FF2B5EF4-FFF2-40B4-BE49-F238E27FC236}">
                <a16:creationId xmlns:a16="http://schemas.microsoft.com/office/drawing/2014/main" id="{1C1988FA-2348-91CD-E16C-7C8A1E17EADE}"/>
              </a:ext>
            </a:extLst>
          </p:cNvPr>
          <p:cNvSpPr txBox="1"/>
          <p:nvPr/>
        </p:nvSpPr>
        <p:spPr>
          <a:xfrm>
            <a:off x="10498226" y="276149"/>
            <a:ext cx="9811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Launcher</a:t>
            </a:r>
            <a:endParaRPr lang="en-US" sz="1000" dirty="0"/>
          </a:p>
        </p:txBody>
      </p:sp>
      <p:pic>
        <p:nvPicPr>
          <p:cNvPr id="34" name="Image 5" descr="preencoded.png">
            <a:extLst>
              <a:ext uri="{FF2B5EF4-FFF2-40B4-BE49-F238E27FC236}">
                <a16:creationId xmlns:a16="http://schemas.microsoft.com/office/drawing/2014/main" id="{0938E460-4AA9-3E9A-20D1-905FDF2535A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2" b="-2"/>
          <a:stretch/>
        </p:blipFill>
        <p:spPr>
          <a:xfrm>
            <a:off x="5372100" y="1824228"/>
            <a:ext cx="6248095" cy="4162349"/>
          </a:xfrm>
          <a:prstGeom prst="rect">
            <a:avLst/>
          </a:prstGeom>
        </p:spPr>
      </p:pic>
      <p:pic>
        <p:nvPicPr>
          <p:cNvPr id="35" name="Image 6" descr="preencoded.png">
            <a:extLst>
              <a:ext uri="{FF2B5EF4-FFF2-40B4-BE49-F238E27FC236}">
                <a16:creationId xmlns:a16="http://schemas.microsoft.com/office/drawing/2014/main" id="{D34D3690-B1C5-AAF9-6DC5-99F3ECFB13B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81" b="-81"/>
          <a:stretch/>
        </p:blipFill>
        <p:spPr>
          <a:xfrm>
            <a:off x="5477256" y="1928470"/>
            <a:ext cx="6038698" cy="286207"/>
          </a:xfrm>
          <a:prstGeom prst="rect">
            <a:avLst/>
          </a:prstGeom>
        </p:spPr>
      </p:pic>
      <p:sp>
        <p:nvSpPr>
          <p:cNvPr id="36" name="Shape 27">
            <a:extLst>
              <a:ext uri="{FF2B5EF4-FFF2-40B4-BE49-F238E27FC236}">
                <a16:creationId xmlns:a16="http://schemas.microsoft.com/office/drawing/2014/main" id="{D908222A-8C01-4D0F-426C-4D24F9FA82DF}"/>
              </a:ext>
            </a:extLst>
          </p:cNvPr>
          <p:cNvSpPr/>
          <p:nvPr/>
        </p:nvSpPr>
        <p:spPr>
          <a:xfrm>
            <a:off x="5619902" y="2024482"/>
            <a:ext cx="95098" cy="9509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28">
            <a:extLst>
              <a:ext uri="{FF2B5EF4-FFF2-40B4-BE49-F238E27FC236}">
                <a16:creationId xmlns:a16="http://schemas.microsoft.com/office/drawing/2014/main" id="{BA3123F2-8130-AB59-00DC-14A2F303B9DB}"/>
              </a:ext>
            </a:extLst>
          </p:cNvPr>
          <p:cNvSpPr/>
          <p:nvPr/>
        </p:nvSpPr>
        <p:spPr>
          <a:xfrm>
            <a:off x="5772607" y="2024482"/>
            <a:ext cx="95098" cy="9509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29">
            <a:extLst>
              <a:ext uri="{FF2B5EF4-FFF2-40B4-BE49-F238E27FC236}">
                <a16:creationId xmlns:a16="http://schemas.microsoft.com/office/drawing/2014/main" id="{036429E3-67DE-39F8-6ECA-1BA54DEF2BEE}"/>
              </a:ext>
            </a:extLst>
          </p:cNvPr>
          <p:cNvSpPr/>
          <p:nvPr/>
        </p:nvSpPr>
        <p:spPr>
          <a:xfrm>
            <a:off x="5924398" y="2024482"/>
            <a:ext cx="95098" cy="95098"/>
          </a:xfrm>
          <a:prstGeom prst="ellipse">
            <a:avLst/>
          </a:prstGeom>
          <a:solidFill>
            <a:srgbClr val="28C9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0">
            <a:extLst>
              <a:ext uri="{FF2B5EF4-FFF2-40B4-BE49-F238E27FC236}">
                <a16:creationId xmlns:a16="http://schemas.microsoft.com/office/drawing/2014/main" id="{469F979B-62FD-E8E6-9D16-1B59FF3A9450}"/>
              </a:ext>
            </a:extLst>
          </p:cNvPr>
          <p:cNvSpPr/>
          <p:nvPr/>
        </p:nvSpPr>
        <p:spPr>
          <a:xfrm>
            <a:off x="6172200" y="1957730"/>
            <a:ext cx="3838651" cy="2286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CE440F98-5FBE-76F4-2A70-ABB14B479AE1}"/>
              </a:ext>
            </a:extLst>
          </p:cNvPr>
          <p:cNvSpPr txBox="1"/>
          <p:nvPr/>
        </p:nvSpPr>
        <p:spPr>
          <a:xfrm>
            <a:off x="6467551" y="1957730"/>
            <a:ext cx="36201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www.office.com/apps </a:t>
            </a:r>
            <a:endParaRPr lang="en-US" sz="900" dirty="0"/>
          </a:p>
        </p:txBody>
      </p:sp>
      <p:pic>
        <p:nvPicPr>
          <p:cNvPr id="41" name="Image 7" descr="preencoded.png">
            <a:extLst>
              <a:ext uri="{FF2B5EF4-FFF2-40B4-BE49-F238E27FC236}">
                <a16:creationId xmlns:a16="http://schemas.microsoft.com/office/drawing/2014/main" id="{493F85B7-D94C-D515-53D6-9CE284CB96D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2571" r="-2571"/>
          <a:stretch/>
        </p:blipFill>
        <p:spPr>
          <a:xfrm>
            <a:off x="6286500" y="2014423"/>
            <a:ext cx="105156" cy="114300"/>
          </a:xfrm>
          <a:prstGeom prst="rect">
            <a:avLst/>
          </a:prstGeom>
        </p:spPr>
      </p:pic>
      <p:pic>
        <p:nvPicPr>
          <p:cNvPr id="42" name="Image 8" descr="preencoded.png">
            <a:extLst>
              <a:ext uri="{FF2B5EF4-FFF2-40B4-BE49-F238E27FC236}">
                <a16:creationId xmlns:a16="http://schemas.microsoft.com/office/drawing/2014/main" id="{71002D44-DD3B-58FD-AFDB-E7F23EDA8A2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3" r="-3"/>
          <a:stretch/>
        </p:blipFill>
        <p:spPr>
          <a:xfrm>
            <a:off x="5477256" y="2262226"/>
            <a:ext cx="6038698" cy="3619195"/>
          </a:xfrm>
          <a:prstGeom prst="rect">
            <a:avLst/>
          </a:prstGeom>
        </p:spPr>
      </p:pic>
      <p:sp>
        <p:nvSpPr>
          <p:cNvPr id="43" name="Shape 32">
            <a:extLst>
              <a:ext uri="{FF2B5EF4-FFF2-40B4-BE49-F238E27FC236}">
                <a16:creationId xmlns:a16="http://schemas.microsoft.com/office/drawing/2014/main" id="{1B7614CF-C275-4E4F-492F-9C678958ED11}"/>
              </a:ext>
            </a:extLst>
          </p:cNvPr>
          <p:cNvSpPr/>
          <p:nvPr/>
        </p:nvSpPr>
        <p:spPr>
          <a:xfrm>
            <a:off x="5667451" y="2452421"/>
            <a:ext cx="5658307" cy="362102"/>
          </a:xfrm>
          <a:prstGeom prst="roundRect">
            <a:avLst>
              <a:gd name="adj" fmla="val 26582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33">
            <a:extLst>
              <a:ext uri="{FF2B5EF4-FFF2-40B4-BE49-F238E27FC236}">
                <a16:creationId xmlns:a16="http://schemas.microsoft.com/office/drawing/2014/main" id="{36A27471-F180-5E00-B53B-0A04EE9ED206}"/>
              </a:ext>
            </a:extLst>
          </p:cNvPr>
          <p:cNvSpPr txBox="1"/>
          <p:nvPr/>
        </p:nvSpPr>
        <p:spPr>
          <a:xfrm>
            <a:off x="5991149" y="2452421"/>
            <a:ext cx="5410505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Cerca tutte le app... </a:t>
            </a:r>
            <a:endParaRPr lang="en-US" sz="1000" dirty="0"/>
          </a:p>
        </p:txBody>
      </p:sp>
      <p:pic>
        <p:nvPicPr>
          <p:cNvPr id="45" name="Image 9" descr="preencoded.png">
            <a:extLst>
              <a:ext uri="{FF2B5EF4-FFF2-40B4-BE49-F238E27FC236}">
                <a16:creationId xmlns:a16="http://schemas.microsoft.com/office/drawing/2014/main" id="{AFDF4E14-01D3-2270-31ED-A53A01FC8E9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781751" y="2564892"/>
            <a:ext cx="133502" cy="133502"/>
          </a:xfrm>
          <a:prstGeom prst="rect">
            <a:avLst/>
          </a:prstGeom>
        </p:spPr>
      </p:pic>
      <p:sp>
        <p:nvSpPr>
          <p:cNvPr id="64" name="Shape 44">
            <a:extLst>
              <a:ext uri="{FF2B5EF4-FFF2-40B4-BE49-F238E27FC236}">
                <a16:creationId xmlns:a16="http://schemas.microsoft.com/office/drawing/2014/main" id="{FD6587F1-AE2B-5BBF-61E9-9EAAE380A44F}"/>
              </a:ext>
            </a:extLst>
          </p:cNvPr>
          <p:cNvSpPr/>
          <p:nvPr/>
        </p:nvSpPr>
        <p:spPr>
          <a:xfrm>
            <a:off x="5685165" y="3316624"/>
            <a:ext cx="5609844" cy="9144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45">
            <a:extLst>
              <a:ext uri="{FF2B5EF4-FFF2-40B4-BE49-F238E27FC236}">
                <a16:creationId xmlns:a16="http://schemas.microsoft.com/office/drawing/2014/main" id="{16F3469C-3B16-3377-426D-50FA7DD52256}"/>
              </a:ext>
            </a:extLst>
          </p:cNvPr>
          <p:cNvSpPr txBox="1"/>
          <p:nvPr/>
        </p:nvSpPr>
        <p:spPr>
          <a:xfrm>
            <a:off x="5685165" y="3068822"/>
            <a:ext cx="5725058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Strumenti e Utility</a:t>
            </a:r>
            <a:endParaRPr lang="en-US" sz="1000" dirty="0"/>
          </a:p>
        </p:txBody>
      </p:sp>
      <p:pic>
        <p:nvPicPr>
          <p:cNvPr id="66" name="Image 18" descr="preencoded.png">
            <a:extLst>
              <a:ext uri="{FF2B5EF4-FFF2-40B4-BE49-F238E27FC236}">
                <a16:creationId xmlns:a16="http://schemas.microsoft.com/office/drawing/2014/main" id="{A2F1625C-167F-B1F7-0D01-E9081255E9E6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-817" b="-817"/>
          <a:stretch/>
        </p:blipFill>
        <p:spPr>
          <a:xfrm>
            <a:off x="6213688" y="3654038"/>
            <a:ext cx="237744" cy="276149"/>
          </a:xfrm>
          <a:prstGeom prst="rect">
            <a:avLst/>
          </a:prstGeom>
        </p:spPr>
      </p:pic>
      <p:sp>
        <p:nvSpPr>
          <p:cNvPr id="67" name="Text 46">
            <a:extLst>
              <a:ext uri="{FF2B5EF4-FFF2-40B4-BE49-F238E27FC236}">
                <a16:creationId xmlns:a16="http://schemas.microsoft.com/office/drawing/2014/main" id="{20C013C4-1D99-D483-A436-311EDAA46E3B}"/>
              </a:ext>
            </a:extLst>
          </p:cNvPr>
          <p:cNvSpPr txBox="1"/>
          <p:nvPr/>
        </p:nvSpPr>
        <p:spPr>
          <a:xfrm>
            <a:off x="6122248" y="4006082"/>
            <a:ext cx="428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Forms</a:t>
            </a:r>
            <a:endParaRPr lang="en-US" sz="900" dirty="0"/>
          </a:p>
        </p:txBody>
      </p:sp>
      <p:pic>
        <p:nvPicPr>
          <p:cNvPr id="68" name="Image 19" descr="preencoded.png">
            <a:extLst>
              <a:ext uri="{FF2B5EF4-FFF2-40B4-BE49-F238E27FC236}">
                <a16:creationId xmlns:a16="http://schemas.microsoft.com/office/drawing/2014/main" id="{119DAAAC-B72C-57EA-49BA-875EF200A5E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632837" y="3654038"/>
            <a:ext cx="276149" cy="276149"/>
          </a:xfrm>
          <a:prstGeom prst="rect">
            <a:avLst/>
          </a:prstGeom>
        </p:spPr>
      </p:pic>
      <p:sp>
        <p:nvSpPr>
          <p:cNvPr id="69" name="Text 47">
            <a:extLst>
              <a:ext uri="{FF2B5EF4-FFF2-40B4-BE49-F238E27FC236}">
                <a16:creationId xmlns:a16="http://schemas.microsoft.com/office/drawing/2014/main" id="{CF76F511-2EE3-A10D-0816-E22DEFFB15D0}"/>
              </a:ext>
            </a:extLst>
          </p:cNvPr>
          <p:cNvSpPr txBox="1"/>
          <p:nvPr/>
        </p:nvSpPr>
        <p:spPr>
          <a:xfrm>
            <a:off x="7518537" y="4006082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Planner</a:t>
            </a:r>
            <a:endParaRPr lang="en-US" sz="900" dirty="0"/>
          </a:p>
        </p:txBody>
      </p:sp>
      <p:pic>
        <p:nvPicPr>
          <p:cNvPr id="70" name="Image 20" descr="preencoded.png">
            <a:extLst>
              <a:ext uri="{FF2B5EF4-FFF2-40B4-BE49-F238E27FC236}">
                <a16:creationId xmlns:a16="http://schemas.microsoft.com/office/drawing/2014/main" id="{4CFFBDE8-7855-31B2-060C-B5D9488B7639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071188" y="3654038"/>
            <a:ext cx="276149" cy="276149"/>
          </a:xfrm>
          <a:prstGeom prst="rect">
            <a:avLst/>
          </a:prstGeom>
        </p:spPr>
      </p:pic>
      <p:sp>
        <p:nvSpPr>
          <p:cNvPr id="71" name="Text 48">
            <a:extLst>
              <a:ext uri="{FF2B5EF4-FFF2-40B4-BE49-F238E27FC236}">
                <a16:creationId xmlns:a16="http://schemas.microsoft.com/office/drawing/2014/main" id="{57305762-9FC3-01DB-8891-3BA6AF099E53}"/>
              </a:ext>
            </a:extLst>
          </p:cNvPr>
          <p:cNvSpPr txBox="1"/>
          <p:nvPr/>
        </p:nvSpPr>
        <p:spPr>
          <a:xfrm>
            <a:off x="9045585" y="4006082"/>
            <a:ext cx="3337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Lists</a:t>
            </a:r>
            <a:endParaRPr lang="en-US" sz="900" dirty="0"/>
          </a:p>
        </p:txBody>
      </p:sp>
      <p:pic>
        <p:nvPicPr>
          <p:cNvPr id="72" name="Image 21" descr="preencoded.png">
            <a:extLst>
              <a:ext uri="{FF2B5EF4-FFF2-40B4-BE49-F238E27FC236}">
                <a16:creationId xmlns:a16="http://schemas.microsoft.com/office/drawing/2014/main" id="{535C8AE5-491A-7007-DF27-C9315639C738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-1013" b="-1013"/>
          <a:stretch/>
        </p:blipFill>
        <p:spPr>
          <a:xfrm>
            <a:off x="10494909" y="3654038"/>
            <a:ext cx="304495" cy="276149"/>
          </a:xfrm>
          <a:prstGeom prst="rect">
            <a:avLst/>
          </a:prstGeom>
        </p:spPr>
      </p:pic>
      <p:sp>
        <p:nvSpPr>
          <p:cNvPr id="73" name="Text 49">
            <a:extLst>
              <a:ext uri="{FF2B5EF4-FFF2-40B4-BE49-F238E27FC236}">
                <a16:creationId xmlns:a16="http://schemas.microsoft.com/office/drawing/2014/main" id="{D9ACC35A-1BBF-7AD9-9B96-9AF289B98AD9}"/>
              </a:ext>
            </a:extLst>
          </p:cNvPr>
          <p:cNvSpPr txBox="1"/>
          <p:nvPr/>
        </p:nvSpPr>
        <p:spPr>
          <a:xfrm>
            <a:off x="10409870" y="4006082"/>
            <a:ext cx="476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Stream</a:t>
            </a:r>
            <a:endParaRPr lang="en-US" sz="900" dirty="0"/>
          </a:p>
        </p:txBody>
      </p:sp>
      <p:pic>
        <p:nvPicPr>
          <p:cNvPr id="74" name="Image 22" descr="preencoded.png">
            <a:extLst>
              <a:ext uri="{FF2B5EF4-FFF2-40B4-BE49-F238E27FC236}">
                <a16:creationId xmlns:a16="http://schemas.microsoft.com/office/drawing/2014/main" id="{9F87CC31-C878-3A78-D66A-46955812DB1C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6194486" y="4510831"/>
            <a:ext cx="276149" cy="276149"/>
          </a:xfrm>
          <a:prstGeom prst="rect">
            <a:avLst/>
          </a:prstGeom>
        </p:spPr>
      </p:pic>
      <p:sp>
        <p:nvSpPr>
          <p:cNvPr id="75" name="Text 50">
            <a:extLst>
              <a:ext uri="{FF2B5EF4-FFF2-40B4-BE49-F238E27FC236}">
                <a16:creationId xmlns:a16="http://schemas.microsoft.com/office/drawing/2014/main" id="{F7BB650A-D85D-3D9B-D281-ECA97E37942F}"/>
              </a:ext>
            </a:extLst>
          </p:cNvPr>
          <p:cNvSpPr txBox="1"/>
          <p:nvPr/>
        </p:nvSpPr>
        <p:spPr>
          <a:xfrm>
            <a:off x="5967715" y="4863789"/>
            <a:ext cx="73517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Whiteboard</a:t>
            </a:r>
            <a:endParaRPr lang="en-US" sz="900" dirty="0"/>
          </a:p>
        </p:txBody>
      </p:sp>
      <p:pic>
        <p:nvPicPr>
          <p:cNvPr id="76" name="Image 23" descr="preencoded.png">
            <a:extLst>
              <a:ext uri="{FF2B5EF4-FFF2-40B4-BE49-F238E27FC236}">
                <a16:creationId xmlns:a16="http://schemas.microsoft.com/office/drawing/2014/main" id="{7BA75826-FECE-CEFB-558A-704D27271F67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7632837" y="4510831"/>
            <a:ext cx="276149" cy="276149"/>
          </a:xfrm>
          <a:prstGeom prst="rect">
            <a:avLst/>
          </a:prstGeom>
        </p:spPr>
      </p:pic>
      <p:sp>
        <p:nvSpPr>
          <p:cNvPr id="77" name="Text 51">
            <a:extLst>
              <a:ext uri="{FF2B5EF4-FFF2-40B4-BE49-F238E27FC236}">
                <a16:creationId xmlns:a16="http://schemas.microsoft.com/office/drawing/2014/main" id="{4C5E8E88-8801-4E06-B935-69012A4DE1F0}"/>
              </a:ext>
            </a:extLst>
          </p:cNvPr>
          <p:cNvSpPr txBox="1"/>
          <p:nvPr/>
        </p:nvSpPr>
        <p:spPr>
          <a:xfrm>
            <a:off x="7481047" y="4863789"/>
            <a:ext cx="58704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BI</a:t>
            </a:r>
            <a:endParaRPr lang="en-US" sz="900" dirty="0"/>
          </a:p>
        </p:txBody>
      </p:sp>
      <p:pic>
        <p:nvPicPr>
          <p:cNvPr id="78" name="Image 24" descr="preencoded.png">
            <a:extLst>
              <a:ext uri="{FF2B5EF4-FFF2-40B4-BE49-F238E27FC236}">
                <a16:creationId xmlns:a16="http://schemas.microsoft.com/office/drawing/2014/main" id="{9EA18C27-C299-3C05-73EC-6B86A1AB97DF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-817" b="-817"/>
          <a:stretch/>
        </p:blipFill>
        <p:spPr>
          <a:xfrm>
            <a:off x="9090391" y="4510831"/>
            <a:ext cx="237744" cy="276149"/>
          </a:xfrm>
          <a:prstGeom prst="rect">
            <a:avLst/>
          </a:prstGeom>
        </p:spPr>
      </p:pic>
      <p:sp>
        <p:nvSpPr>
          <p:cNvPr id="79" name="Text 52">
            <a:extLst>
              <a:ext uri="{FF2B5EF4-FFF2-40B4-BE49-F238E27FC236}">
                <a16:creationId xmlns:a16="http://schemas.microsoft.com/office/drawing/2014/main" id="{52878DFD-0C5B-067F-4783-A1BE3AEBD659}"/>
              </a:ext>
            </a:extLst>
          </p:cNvPr>
          <p:cNvSpPr txBox="1"/>
          <p:nvPr/>
        </p:nvSpPr>
        <p:spPr>
          <a:xfrm>
            <a:off x="8916655" y="4863789"/>
            <a:ext cx="58795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Bookings</a:t>
            </a:r>
            <a:endParaRPr lang="en-US" sz="900" dirty="0"/>
          </a:p>
        </p:txBody>
      </p:sp>
      <p:pic>
        <p:nvPicPr>
          <p:cNvPr id="80" name="Image 25" descr="preencoded.png">
            <a:extLst>
              <a:ext uri="{FF2B5EF4-FFF2-40B4-BE49-F238E27FC236}">
                <a16:creationId xmlns:a16="http://schemas.microsoft.com/office/drawing/2014/main" id="{7AD2530A-0E8C-7E29-E672-469F23BACCD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-333" b="-333"/>
          <a:stretch/>
        </p:blipFill>
        <p:spPr>
          <a:xfrm>
            <a:off x="10476621" y="4510831"/>
            <a:ext cx="342900" cy="276149"/>
          </a:xfrm>
          <a:prstGeom prst="rect">
            <a:avLst/>
          </a:prstGeom>
        </p:spPr>
      </p:pic>
      <p:sp>
        <p:nvSpPr>
          <p:cNvPr id="81" name="Text 53">
            <a:extLst>
              <a:ext uri="{FF2B5EF4-FFF2-40B4-BE49-F238E27FC236}">
                <a16:creationId xmlns:a16="http://schemas.microsoft.com/office/drawing/2014/main" id="{058041A4-4DB5-1A01-1A05-C3B9B53FD1C2}"/>
              </a:ext>
            </a:extLst>
          </p:cNvPr>
          <p:cNvSpPr txBox="1"/>
          <p:nvPr/>
        </p:nvSpPr>
        <p:spPr>
          <a:xfrm>
            <a:off x="10479364" y="4863789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Visio</a:t>
            </a:r>
            <a:endParaRPr lang="en-US" sz="900" dirty="0"/>
          </a:p>
        </p:txBody>
      </p:sp>
      <p:sp>
        <p:nvSpPr>
          <p:cNvPr id="82" name="Shape 44">
            <a:extLst>
              <a:ext uri="{FF2B5EF4-FFF2-40B4-BE49-F238E27FC236}">
                <a16:creationId xmlns:a16="http://schemas.microsoft.com/office/drawing/2014/main" id="{68CA3ACE-B79A-395D-039E-B8C2E6763067}"/>
              </a:ext>
            </a:extLst>
          </p:cNvPr>
          <p:cNvSpPr/>
          <p:nvPr/>
        </p:nvSpPr>
        <p:spPr>
          <a:xfrm>
            <a:off x="5619902" y="5760313"/>
            <a:ext cx="5609844" cy="9144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9716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904695"/>
            <a:ext cx="2590495" cy="4000500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4" b="-394"/>
          <a:stretch/>
        </p:blipFill>
        <p:spPr>
          <a:xfrm>
            <a:off x="580644" y="1914754"/>
            <a:ext cx="2564892" cy="576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27862" y="3295498"/>
            <a:ext cx="227868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3349" y="3752698"/>
            <a:ext cx="2267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Accessibili via browser da qualsiasi dispositivo. Nessuna installazione richiesta e sempre aggiornate all'ultima versione.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3349" y="5282489"/>
            <a:ext cx="2267712" cy="333756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Office.com / Browser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1554" b="-1554"/>
          <a:stretch/>
        </p:blipFill>
        <p:spPr>
          <a:xfrm>
            <a:off x="1008125" y="5374843"/>
            <a:ext cx="161849" cy="13350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93338" y="1904695"/>
            <a:ext cx="2590495" cy="4000500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394" b="-394"/>
          <a:stretch/>
        </p:blipFill>
        <p:spPr>
          <a:xfrm>
            <a:off x="3402482" y="1914754"/>
            <a:ext cx="2564892" cy="5760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49701" y="3295498"/>
            <a:ext cx="227868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Desktop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3555187" y="3752698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installate su PC/Mac. Offrono la massima potenza, funzionalità complete e lavoro offline.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3555187" y="5282489"/>
            <a:ext cx="2267712" cy="333756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Windows / macOS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t="-1554" b="-1554"/>
          <a:stretch/>
        </p:blipFill>
        <p:spPr>
          <a:xfrm>
            <a:off x="3923233" y="5374843"/>
            <a:ext cx="161849" cy="13350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15177" y="1904695"/>
            <a:ext cx="2590495" cy="4000500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t="-394" b="-394"/>
          <a:stretch/>
        </p:blipFill>
        <p:spPr>
          <a:xfrm>
            <a:off x="6224321" y="1914754"/>
            <a:ext cx="2564892" cy="5760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371539" y="3295498"/>
            <a:ext cx="227868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6377026" y="3752698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Ottimizzate per touch su smartphone e tablet. Produttività in movimento con interfacce adattive.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6377026" y="5282489"/>
            <a:ext cx="2267712" cy="333756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iOS / Android</a:t>
            </a: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t="-2644" b="-2644"/>
          <a:stretch/>
        </p:blipFill>
        <p:spPr>
          <a:xfrm>
            <a:off x="6959498" y="5374843"/>
            <a:ext cx="95098" cy="13350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037015" y="1904695"/>
            <a:ext cx="2590495" cy="4000500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rcRect t="-394" b="-394"/>
          <a:stretch/>
        </p:blipFill>
        <p:spPr>
          <a:xfrm>
            <a:off x="9046159" y="1914754"/>
            <a:ext cx="2564892" cy="57607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9193378" y="3295498"/>
            <a:ext cx="227868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Sync Auto</a:t>
            </a:r>
            <a:endParaRPr lang="en-US" sz="1800" dirty="0"/>
          </a:p>
        </p:txBody>
      </p:sp>
      <p:sp>
        <p:nvSpPr>
          <p:cNvPr id="26" name="Text 17"/>
          <p:cNvSpPr txBox="1"/>
          <p:nvPr/>
        </p:nvSpPr>
        <p:spPr>
          <a:xfrm>
            <a:off x="9198864" y="3752698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 dati si aggiornano automaticamente tra tutte le versioni. Inizia su PC, continua su Mobile, finisci sul Web.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9198864" y="5282489"/>
            <a:ext cx="2267712" cy="333756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Continuità Totale</a:t>
            </a:r>
            <a:endParaRPr lang="en-US" sz="10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rcRect t="-1554" b="-1554"/>
          <a:stretch/>
        </p:blipFill>
        <p:spPr>
          <a:xfrm>
            <a:off x="9610344" y="5374843"/>
            <a:ext cx="161849" cy="133502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2383841" y="1723644"/>
            <a:ext cx="952805" cy="952805"/>
          </a:xfrm>
          <a:prstGeom prst="ellipse">
            <a:avLst/>
          </a:prstGeom>
          <a:solidFill>
            <a:srgbClr val="0078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0"/>
          <p:cNvSpPr/>
          <p:nvPr/>
        </p:nvSpPr>
        <p:spPr>
          <a:xfrm>
            <a:off x="5205679" y="1723644"/>
            <a:ext cx="952805" cy="952805"/>
          </a:xfrm>
          <a:prstGeom prst="ellipse">
            <a:avLst/>
          </a:prstGeom>
          <a:solidFill>
            <a:srgbClr val="107C1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1"/>
          <p:cNvSpPr/>
          <p:nvPr/>
        </p:nvSpPr>
        <p:spPr>
          <a:xfrm>
            <a:off x="8027518" y="1723644"/>
            <a:ext cx="952805" cy="952805"/>
          </a:xfrm>
          <a:prstGeom prst="ellipse">
            <a:avLst/>
          </a:prstGeom>
          <a:solidFill>
            <a:srgbClr val="D1343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22"/>
          <p:cNvSpPr/>
          <p:nvPr/>
        </p:nvSpPr>
        <p:spPr>
          <a:xfrm>
            <a:off x="10849356" y="1723644"/>
            <a:ext cx="952805" cy="952805"/>
          </a:xfrm>
          <a:prstGeom prst="ellipse">
            <a:avLst/>
          </a:prstGeom>
          <a:solidFill>
            <a:srgbClr val="6264A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23"/>
          <p:cNvSpPr/>
          <p:nvPr/>
        </p:nvSpPr>
        <p:spPr>
          <a:xfrm>
            <a:off x="1434694" y="2200046"/>
            <a:ext cx="857707" cy="857707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648663" y="2414930"/>
            <a:ext cx="428854" cy="428854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4256532" y="2200046"/>
            <a:ext cx="857707" cy="857707"/>
          </a:xfrm>
          <a:prstGeom prst="ellipse">
            <a:avLst/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2"/>
          <a:srcRect t="-636" b="-636"/>
          <a:stretch/>
        </p:blipFill>
        <p:spPr>
          <a:xfrm>
            <a:off x="4446727" y="2414930"/>
            <a:ext cx="476402" cy="428854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7078370" y="2200046"/>
            <a:ext cx="857707" cy="857707"/>
          </a:xfrm>
          <a:prstGeom prst="ellipse">
            <a:avLst/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3"/>
          <a:srcRect l="-320" r="-320"/>
          <a:stretch/>
        </p:blipFill>
        <p:spPr>
          <a:xfrm>
            <a:off x="7345375" y="2414930"/>
            <a:ext cx="323698" cy="428854"/>
          </a:xfrm>
          <a:prstGeom prst="rect">
            <a:avLst/>
          </a:prstGeom>
        </p:spPr>
      </p:pic>
      <p:sp>
        <p:nvSpPr>
          <p:cNvPr id="39" name="Shape 26"/>
          <p:cNvSpPr/>
          <p:nvPr/>
        </p:nvSpPr>
        <p:spPr>
          <a:xfrm>
            <a:off x="9900209" y="2200046"/>
            <a:ext cx="857707" cy="857707"/>
          </a:xfrm>
          <a:prstGeom prst="ellipse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114178" y="2414930"/>
            <a:ext cx="428854" cy="428854"/>
          </a:xfrm>
          <a:prstGeom prst="rect">
            <a:avLst/>
          </a:prstGeom>
        </p:spPr>
      </p:pic>
      <p:sp>
        <p:nvSpPr>
          <p:cNvPr id="41" name="Shape 27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Shape 28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29"/>
          <p:cNvSpPr txBox="1"/>
          <p:nvPr/>
        </p:nvSpPr>
        <p:spPr>
          <a:xfrm>
            <a:off x="571500" y="152705"/>
            <a:ext cx="3200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Ecosistema Applicativo</a:t>
            </a:r>
            <a:endParaRPr lang="en-US" sz="1000" dirty="0"/>
          </a:p>
        </p:txBody>
      </p:sp>
      <p:sp>
        <p:nvSpPr>
          <p:cNvPr id="44" name="Text 30"/>
          <p:cNvSpPr txBox="1"/>
          <p:nvPr/>
        </p:nvSpPr>
        <p:spPr>
          <a:xfrm>
            <a:off x="571500" y="381305"/>
            <a:ext cx="40178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Versioni delle App</a:t>
            </a:r>
            <a:endParaRPr lang="en-US" sz="2700" dirty="0"/>
          </a:p>
        </p:txBody>
      </p:sp>
      <p:sp>
        <p:nvSpPr>
          <p:cNvPr id="45" name="Shape 31"/>
          <p:cNvSpPr/>
          <p:nvPr/>
        </p:nvSpPr>
        <p:spPr>
          <a:xfrm>
            <a:off x="10128809" y="276149"/>
            <a:ext cx="1495044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5"/>
          <a:srcRect l="-33" r="-33"/>
          <a:stretch/>
        </p:blipFill>
        <p:spPr>
          <a:xfrm>
            <a:off x="10329062" y="381305"/>
            <a:ext cx="171907" cy="152705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10614355" y="276149"/>
            <a:ext cx="8668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Piattaforme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905902" y="3524098"/>
            <a:ext cx="4762195" cy="4762195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402" y="3581705"/>
            <a:ext cx="2800807" cy="2800807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8998" y="476402"/>
            <a:ext cx="2800807" cy="280080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61872" y="1981505"/>
            <a:ext cx="96679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Mettiamo alla prova le </a:t>
            </a:r>
            <a:r>
              <a:rPr lang="en-US" sz="3000" b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nostre</a:t>
            </a: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conoscenze</a:t>
            </a: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sull'App Launcher</a:t>
            </a:r>
            <a:endParaRPr lang="en-US" sz="3000" dirty="0"/>
          </a:p>
        </p:txBody>
      </p:sp>
      <p:sp>
        <p:nvSpPr>
          <p:cNvPr id="9" name="Shape 5"/>
          <p:cNvSpPr/>
          <p:nvPr/>
        </p:nvSpPr>
        <p:spPr>
          <a:xfrm>
            <a:off x="4693615" y="1365199"/>
            <a:ext cx="2809951" cy="428854"/>
          </a:xfrm>
          <a:prstGeom prst="roundRect">
            <a:avLst>
              <a:gd name="adj" fmla="val 142146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 txBox="1"/>
          <p:nvPr/>
        </p:nvSpPr>
        <p:spPr>
          <a:xfrm>
            <a:off x="4655210" y="1365199"/>
            <a:ext cx="2886761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35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Quiz App Launcher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1403" r="-1403"/>
          <a:stretch/>
        </p:blipFill>
        <p:spPr>
          <a:xfrm>
            <a:off x="4883810" y="1483157"/>
            <a:ext cx="209398" cy="18105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19049" y="3277210"/>
            <a:ext cx="3524098" cy="2219249"/>
          </a:xfrm>
          <a:prstGeom prst="roundRect">
            <a:avLst>
              <a:gd name="adj" fmla="val 2829"/>
            </a:avLst>
          </a:prstGeom>
          <a:solidFill>
            <a:srgbClr val="FFFFFF">
              <a:alpha val="15000"/>
            </a:srgbClr>
          </a:solidFill>
          <a:ln w="254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8"/>
          <p:cNvSpPr/>
          <p:nvPr/>
        </p:nvSpPr>
        <p:spPr>
          <a:xfrm>
            <a:off x="2095805" y="3534156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t="-1013" b="-1013"/>
          <a:stretch/>
        </p:blipFill>
        <p:spPr>
          <a:xfrm>
            <a:off x="2229307" y="3682289"/>
            <a:ext cx="304495" cy="276149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520647" y="4249217"/>
            <a:ext cx="172821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disponibili?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743407" y="4595774"/>
            <a:ext cx="32772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Suite completa: Word, Excel, PowerPoint, Teams, SharePoint, OneDrive e molte altre.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334256" y="3277210"/>
            <a:ext cx="3524098" cy="2219249"/>
          </a:xfrm>
          <a:prstGeom prst="roundRect">
            <a:avLst>
              <a:gd name="adj" fmla="val 2829"/>
            </a:avLst>
          </a:prstGeom>
          <a:solidFill>
            <a:srgbClr val="FFFFFF">
              <a:alpha val="15000"/>
            </a:srgbClr>
          </a:solidFill>
          <a:ln w="254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2"/>
          <p:cNvSpPr/>
          <p:nvPr/>
        </p:nvSpPr>
        <p:spPr>
          <a:xfrm>
            <a:off x="5810098" y="3534156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1013" b="-1013"/>
          <a:stretch/>
        </p:blipFill>
        <p:spPr>
          <a:xfrm>
            <a:off x="5943600" y="3682289"/>
            <a:ext cx="304495" cy="276149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628693" y="4249217"/>
            <a:ext cx="294253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 aggiungere preferiti?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4457700" y="4595774"/>
            <a:ext cx="32772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Tramite il menu a tre puntini (click destro) o selezionando l'icona a stella accanto all'app.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8048549" y="3277210"/>
            <a:ext cx="3524098" cy="2219249"/>
          </a:xfrm>
          <a:prstGeom prst="roundRect">
            <a:avLst>
              <a:gd name="adj" fmla="val 2829"/>
            </a:avLst>
          </a:prstGeom>
          <a:solidFill>
            <a:srgbClr val="FFFFFF">
              <a:alpha val="15000"/>
            </a:srgbClr>
          </a:solidFill>
          <a:ln w="254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16"/>
          <p:cNvSpPr/>
          <p:nvPr/>
        </p:nvSpPr>
        <p:spPr>
          <a:xfrm>
            <a:off x="9525305" y="3534156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672523" y="3682289"/>
            <a:ext cx="276149" cy="276149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048902" y="4249217"/>
            <a:ext cx="15343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Cosa si trova?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8172907" y="4595774"/>
            <a:ext cx="32772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Tutte le applicazioni dell'ecosistema Microsoft 365 in un unico menu a comparsa.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1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39089"/>
            <a:ext cx="12191695" cy="5924398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800454"/>
            <a:ext cx="4972507" cy="1304849"/>
          </a:xfrm>
          <a:prstGeom prst="roundRect">
            <a:avLst>
              <a:gd name="adj" fmla="val 61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61695" y="1990649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6054" y="2115007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29207" y="1990649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Ricerca Unica e Globale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29207" y="2290572"/>
            <a:ext cx="400050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solo punto di accesso per trovare file, persone, email, siti SharePoint e conversazioni Teams in tutto l'ecosistema Microsoft 365.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3336646"/>
            <a:ext cx="4972507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761695" y="3526841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914400" y="3650285"/>
            <a:ext cx="171907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29207" y="3526841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 Search nel Contenuto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429207" y="3825850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 cerca solo per nome del file, ma indicizza e trova parole chiave all'interno dei documenti, slide e fogli di calcolo.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1500" y="4666183"/>
            <a:ext cx="4972507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61695" y="4856378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914400" y="4980737"/>
            <a:ext cx="171907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29207" y="4856378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Suggerimenti Intelligenti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429207" y="5156302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L'AI propone risultati proattivi basati sulle tue attività recenti, sui colleghi con cui collabori e sulle riunioni in agenda.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639105" y="1034186"/>
            <a:ext cx="1904695" cy="1904695"/>
          </a:xfrm>
          <a:prstGeom prst="roundRect">
            <a:avLst>
              <a:gd name="adj" fmla="val 4801"/>
            </a:avLst>
          </a:prstGeom>
          <a:solidFill>
            <a:srgbClr val="FFEBD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9239098" y="4095598"/>
            <a:ext cx="2857500" cy="2857500"/>
          </a:xfrm>
          <a:prstGeom prst="ellipse">
            <a:avLst/>
          </a:prstGeom>
          <a:solidFill>
            <a:srgbClr val="CFE6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7"/>
          <p:cNvSpPr/>
          <p:nvPr/>
        </p:nvSpPr>
        <p:spPr>
          <a:xfrm>
            <a:off x="0" y="0"/>
            <a:ext cx="12191695" cy="9427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0" y="904342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9"/>
          <p:cNvSpPr txBox="1"/>
          <p:nvPr/>
        </p:nvSpPr>
        <p:spPr>
          <a:xfrm>
            <a:off x="571500" y="145390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Ricerca e Produttività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571500" y="373990"/>
            <a:ext cx="380481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Ricerca Unificata</a:t>
            </a:r>
            <a:endParaRPr lang="en-US" sz="2700" dirty="0"/>
          </a:p>
        </p:txBody>
      </p:sp>
      <p:sp>
        <p:nvSpPr>
          <p:cNvPr id="26" name="Shape 21"/>
          <p:cNvSpPr/>
          <p:nvPr/>
        </p:nvSpPr>
        <p:spPr>
          <a:xfrm>
            <a:off x="9833458" y="269748"/>
            <a:ext cx="1790395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032797" y="373990"/>
            <a:ext cx="152705" cy="15270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299802" y="269748"/>
            <a:ext cx="11814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Search</a:t>
            </a:r>
            <a:endParaRPr lang="en-US" sz="10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 t="-2" b="-2"/>
          <a:stretch/>
        </p:blipFill>
        <p:spPr>
          <a:xfrm>
            <a:off x="5924398" y="1319479"/>
            <a:ext cx="5695798" cy="5157216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5934456" y="1329538"/>
            <a:ext cx="5676595" cy="333756"/>
          </a:xfrm>
          <a:prstGeom prst="roundRect">
            <a:avLst>
              <a:gd name="adj" fmla="val 93933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Shape 24"/>
          <p:cNvSpPr/>
          <p:nvPr/>
        </p:nvSpPr>
        <p:spPr>
          <a:xfrm>
            <a:off x="5934456" y="1654150"/>
            <a:ext cx="5676595" cy="9144"/>
          </a:xfrm>
          <a:prstGeom prst="roundRect">
            <a:avLst>
              <a:gd name="adj" fmla="val 3428571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25"/>
          <p:cNvSpPr/>
          <p:nvPr/>
        </p:nvSpPr>
        <p:spPr>
          <a:xfrm>
            <a:off x="6077102" y="1443838"/>
            <a:ext cx="95098" cy="9509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26"/>
          <p:cNvSpPr/>
          <p:nvPr/>
        </p:nvSpPr>
        <p:spPr>
          <a:xfrm>
            <a:off x="6229807" y="1443838"/>
            <a:ext cx="95098" cy="9509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Shape 27"/>
          <p:cNvSpPr/>
          <p:nvPr/>
        </p:nvSpPr>
        <p:spPr>
          <a:xfrm>
            <a:off x="6381598" y="1443838"/>
            <a:ext cx="95098" cy="95098"/>
          </a:xfrm>
          <a:prstGeom prst="ellipse">
            <a:avLst/>
          </a:prstGeom>
          <a:solidFill>
            <a:srgbClr val="28C9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28"/>
          <p:cNvSpPr/>
          <p:nvPr/>
        </p:nvSpPr>
        <p:spPr>
          <a:xfrm>
            <a:off x="6629400" y="1377086"/>
            <a:ext cx="3600907" cy="2286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29"/>
          <p:cNvSpPr txBox="1"/>
          <p:nvPr/>
        </p:nvSpPr>
        <p:spPr>
          <a:xfrm>
            <a:off x="6924751" y="1377086"/>
            <a:ext cx="33814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portal.office.com </a:t>
            </a:r>
            <a:endParaRPr lang="en-US" sz="9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6743700" y="1433779"/>
            <a:ext cx="105156" cy="114300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5934456" y="1662379"/>
            <a:ext cx="5676595" cy="430499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1"/>
          <p:cNvSpPr txBox="1"/>
          <p:nvPr/>
        </p:nvSpPr>
        <p:spPr>
          <a:xfrm>
            <a:off x="7661758" y="1948586"/>
            <a:ext cx="257037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Buon pomeriggio, Anna</a:t>
            </a:r>
            <a:endParaRPr lang="en-US" sz="1500" dirty="0"/>
          </a:p>
        </p:txBody>
      </p:sp>
      <p:sp>
        <p:nvSpPr>
          <p:cNvPr id="40" name="Shape 32"/>
          <p:cNvSpPr/>
          <p:nvPr/>
        </p:nvSpPr>
        <p:spPr>
          <a:xfrm>
            <a:off x="5934456" y="5962802"/>
            <a:ext cx="5676595" cy="504749"/>
          </a:xfrm>
          <a:prstGeom prst="roundRect">
            <a:avLst>
              <a:gd name="adj" fmla="val 41017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Shape 33"/>
          <p:cNvSpPr/>
          <p:nvPr/>
        </p:nvSpPr>
        <p:spPr>
          <a:xfrm>
            <a:off x="5934456" y="5962802"/>
            <a:ext cx="5676595" cy="9144"/>
          </a:xfrm>
          <a:prstGeom prst="roundRect">
            <a:avLst>
              <a:gd name="adj" fmla="val 2264151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34"/>
          <p:cNvSpPr txBox="1"/>
          <p:nvPr/>
        </p:nvSpPr>
        <p:spPr>
          <a:xfrm>
            <a:off x="6086246" y="6124651"/>
            <a:ext cx="17346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Risultati trovati in 0.45s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10405872" y="6124651"/>
            <a:ext cx="12582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Vedi altri risultati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6314846" y="2444191"/>
            <a:ext cx="4914900" cy="495605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505956" y="2606040"/>
            <a:ext cx="171907" cy="171907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6791249" y="2444191"/>
            <a:ext cx="190195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Progetto Marketing Q4</a:t>
            </a:r>
            <a:endParaRPr lang="en-US" sz="1300" dirty="0"/>
          </a:p>
        </p:txBody>
      </p:sp>
      <p:sp>
        <p:nvSpPr>
          <p:cNvPr id="47" name="Text 38"/>
          <p:cNvSpPr txBox="1"/>
          <p:nvPr/>
        </p:nvSpPr>
        <p:spPr>
          <a:xfrm>
            <a:off x="10708538" y="2444191"/>
            <a:ext cx="3913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Tutto</a:t>
            </a:r>
            <a:endParaRPr lang="en-US" sz="1000" dirty="0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10"/>
          <a:srcRect t="-3" b="-3"/>
          <a:stretch/>
        </p:blipFill>
        <p:spPr>
          <a:xfrm>
            <a:off x="6438290" y="2891333"/>
            <a:ext cx="4668926" cy="2595067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6438290" y="3643884"/>
            <a:ext cx="4677156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Shape 40"/>
          <p:cNvSpPr/>
          <p:nvPr/>
        </p:nvSpPr>
        <p:spPr>
          <a:xfrm>
            <a:off x="6628486" y="3184855"/>
            <a:ext cx="304495" cy="304495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1"/>
          <a:srcRect t="-100" b="-100"/>
          <a:stretch/>
        </p:blipFill>
        <p:spPr>
          <a:xfrm>
            <a:off x="6723583" y="3260750"/>
            <a:ext cx="114300" cy="152705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7076542" y="3148279"/>
            <a:ext cx="247070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Piano Marketing Q4 2024.pptx</a:t>
            </a:r>
            <a:endParaRPr lang="en-US" sz="1000" dirty="0"/>
          </a:p>
        </p:txBody>
      </p:sp>
      <p:sp>
        <p:nvSpPr>
          <p:cNvPr id="53" name="Text 42"/>
          <p:cNvSpPr txBox="1"/>
          <p:nvPr/>
        </p:nvSpPr>
        <p:spPr>
          <a:xfrm>
            <a:off x="7076542" y="3354019"/>
            <a:ext cx="26417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Modificato da Marco Rossi • Ieri alle 14:30</a:t>
            </a:r>
            <a:endParaRPr lang="en-US" sz="900" dirty="0"/>
          </a:p>
        </p:txBody>
      </p:sp>
      <p:sp>
        <p:nvSpPr>
          <p:cNvPr id="54" name="Shape 43"/>
          <p:cNvSpPr/>
          <p:nvPr/>
        </p:nvSpPr>
        <p:spPr>
          <a:xfrm>
            <a:off x="6438290" y="4259275"/>
            <a:ext cx="4677156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Shape 44"/>
          <p:cNvSpPr/>
          <p:nvPr/>
        </p:nvSpPr>
        <p:spPr>
          <a:xfrm>
            <a:off x="6628486" y="3800246"/>
            <a:ext cx="304495" cy="304495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2"/>
          <a:srcRect t="-100" b="-100"/>
          <a:stretch/>
        </p:blipFill>
        <p:spPr>
          <a:xfrm>
            <a:off x="6723583" y="3876142"/>
            <a:ext cx="114300" cy="152705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7076542" y="3763670"/>
            <a:ext cx="216987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Q4_Finale.xlsx</a:t>
            </a:r>
            <a:endParaRPr lang="en-US" sz="1000" dirty="0"/>
          </a:p>
        </p:txBody>
      </p:sp>
      <p:sp>
        <p:nvSpPr>
          <p:cNvPr id="58" name="Text 46"/>
          <p:cNvSpPr txBox="1"/>
          <p:nvPr/>
        </p:nvSpPr>
        <p:spPr>
          <a:xfrm>
            <a:off x="7076542" y="3969410"/>
            <a:ext cx="248259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SharePoint &gt; Marketing Team &gt; Budget</a:t>
            </a:r>
            <a:endParaRPr lang="en-US" sz="900" dirty="0"/>
          </a:p>
        </p:txBody>
      </p:sp>
      <p:sp>
        <p:nvSpPr>
          <p:cNvPr id="59" name="Shape 47"/>
          <p:cNvSpPr/>
          <p:nvPr/>
        </p:nvSpPr>
        <p:spPr>
          <a:xfrm>
            <a:off x="6438290" y="4874666"/>
            <a:ext cx="4677156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Shape 48"/>
          <p:cNvSpPr/>
          <p:nvPr/>
        </p:nvSpPr>
        <p:spPr>
          <a:xfrm>
            <a:off x="6628486" y="4415638"/>
            <a:ext cx="304495" cy="304495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1" name="Image 10" descr="preencoded.png"/>
          <p:cNvPicPr>
            <a:picLocks noChangeAspect="1"/>
          </p:cNvPicPr>
          <p:nvPr/>
        </p:nvPicPr>
        <p:blipFill>
          <a:blip r:embed="rId13"/>
          <a:srcRect t="-180" b="-180"/>
          <a:stretch/>
        </p:blipFill>
        <p:spPr>
          <a:xfrm>
            <a:off x="6686093" y="4491533"/>
            <a:ext cx="190195" cy="152705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7076542" y="4379062"/>
            <a:ext cx="190469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Marketing &amp; Sales</a:t>
            </a:r>
            <a:endParaRPr lang="en-US" sz="1000" dirty="0"/>
          </a:p>
        </p:txBody>
      </p:sp>
      <p:sp>
        <p:nvSpPr>
          <p:cNvPr id="63" name="Text 50"/>
          <p:cNvSpPr txBox="1"/>
          <p:nvPr/>
        </p:nvSpPr>
        <p:spPr>
          <a:xfrm>
            <a:off x="7076542" y="4584802"/>
            <a:ext cx="16770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Gruppo Microsoft Teams</a:t>
            </a:r>
            <a:endParaRPr lang="en-US" sz="900" dirty="0"/>
          </a:p>
        </p:txBody>
      </p:sp>
      <p:sp>
        <p:nvSpPr>
          <p:cNvPr id="64" name="Shape 51"/>
          <p:cNvSpPr/>
          <p:nvPr/>
        </p:nvSpPr>
        <p:spPr>
          <a:xfrm>
            <a:off x="6628486" y="5031029"/>
            <a:ext cx="304495" cy="304495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5" name="Image 11" descr="preencoded.png"/>
          <p:cNvPicPr>
            <a:picLocks noChangeAspect="1"/>
          </p:cNvPicPr>
          <p:nvPr/>
        </p:nvPicPr>
        <p:blipFill>
          <a:blip r:embed="rId14"/>
          <a:srcRect t="-43" b="-43"/>
          <a:stretch/>
        </p:blipFill>
        <p:spPr>
          <a:xfrm>
            <a:off x="6714439" y="5106924"/>
            <a:ext cx="133502" cy="152705"/>
          </a:xfrm>
          <a:prstGeom prst="rect">
            <a:avLst/>
          </a:prstGeom>
        </p:spPr>
      </p:pic>
      <p:sp>
        <p:nvSpPr>
          <p:cNvPr id="66" name="Text 52"/>
          <p:cNvSpPr txBox="1"/>
          <p:nvPr/>
        </p:nvSpPr>
        <p:spPr>
          <a:xfrm>
            <a:off x="7076542" y="4994453"/>
            <a:ext cx="215981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Giulia Bianchi</a:t>
            </a:r>
            <a:endParaRPr lang="en-US" sz="1000" dirty="0"/>
          </a:p>
        </p:txBody>
      </p:sp>
      <p:sp>
        <p:nvSpPr>
          <p:cNvPr id="67" name="Text 53"/>
          <p:cNvSpPr txBox="1"/>
          <p:nvPr/>
        </p:nvSpPr>
        <p:spPr>
          <a:xfrm>
            <a:off x="7076542" y="5201107"/>
            <a:ext cx="247162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Marketing Manager • Contatto Recente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881628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5"/>
          <p:cNvSpPr txBox="1"/>
          <p:nvPr/>
        </p:nvSpPr>
        <p:spPr>
          <a:xfrm>
            <a:off x="720547" y="4071823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 nome file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24205" y="4441241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 il nome esatto o parziale del documento. Il sistema suggerisce i risultati mentre scrivi per velocizzare l'accesso.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499970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53837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8"/>
          <p:cNvSpPr txBox="1"/>
          <p:nvPr/>
        </p:nvSpPr>
        <p:spPr>
          <a:xfrm>
            <a:off x="1948586" y="253837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 t="-12" b="-12"/>
          <a:stretch/>
        </p:blipFill>
        <p:spPr>
          <a:xfrm>
            <a:off x="1553566" y="2805379"/>
            <a:ext cx="466344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881628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0"/>
          <p:cNvSpPr txBox="1"/>
          <p:nvPr/>
        </p:nvSpPr>
        <p:spPr>
          <a:xfrm>
            <a:off x="3593592" y="4071823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 contenuto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3596335" y="4441241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Cerca parole chiave presenti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dentro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 documenti (Word, PDF, slide). Utile se non ricordi il titolo ma sai l'argomento. </a:t>
            </a:r>
            <a:endParaRPr lang="en-US" sz="10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499970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53837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3"/>
          <p:cNvSpPr txBox="1"/>
          <p:nvPr/>
        </p:nvSpPr>
        <p:spPr>
          <a:xfrm>
            <a:off x="4821631" y="253837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 l="-86" r="-86"/>
          <a:stretch/>
        </p:blipFill>
        <p:spPr>
          <a:xfrm>
            <a:off x="4459529" y="2805379"/>
            <a:ext cx="400507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881628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15"/>
          <p:cNvSpPr txBox="1"/>
          <p:nvPr/>
        </p:nvSpPr>
        <p:spPr>
          <a:xfrm>
            <a:off x="6466637" y="4071823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 persona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6469380" y="4441241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 il nome di un collega per trovare i file che ha modificato o condiviso con te, raggruppati per autore.</a:t>
            </a:r>
            <a:endParaRPr lang="en-US" sz="10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499970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53837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18"/>
          <p:cNvSpPr txBox="1"/>
          <p:nvPr/>
        </p:nvSpPr>
        <p:spPr>
          <a:xfrm>
            <a:off x="7693762" y="253837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 l="-17" r="-17"/>
          <a:stretch/>
        </p:blipFill>
        <p:spPr>
          <a:xfrm>
            <a:off x="7199071" y="2805379"/>
            <a:ext cx="666598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881628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0"/>
          <p:cNvSpPr txBox="1"/>
          <p:nvPr/>
        </p:nvSpPr>
        <p:spPr>
          <a:xfrm>
            <a:off x="9338767" y="4071823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 tipo app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9341510" y="4441241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Filtra i risultati specificando l'applicazione (es. "Excel", "Teams") per restringere immediatamente il campo.</a:t>
            </a:r>
            <a:endParaRPr lang="en-US" sz="10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499970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53837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23"/>
          <p:cNvSpPr txBox="1"/>
          <p:nvPr/>
        </p:nvSpPr>
        <p:spPr>
          <a:xfrm>
            <a:off x="10566806" y="253837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 l="-10" r="-10"/>
          <a:stretch/>
        </p:blipFill>
        <p:spPr>
          <a:xfrm>
            <a:off x="10105034" y="2805379"/>
            <a:ext cx="599846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6"/>
          <p:cNvSpPr txBox="1"/>
          <p:nvPr/>
        </p:nvSpPr>
        <p:spPr>
          <a:xfrm>
            <a:off x="571500" y="152705"/>
            <a:ext cx="4991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Ricerca Avanzata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571500" y="381305"/>
            <a:ext cx="57186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Come cercare efficacemente</a:t>
            </a:r>
            <a:endParaRPr lang="en-US" sz="2700" dirty="0"/>
          </a:p>
        </p:txBody>
      </p:sp>
      <p:sp>
        <p:nvSpPr>
          <p:cNvPr id="41" name="Shape 28"/>
          <p:cNvSpPr/>
          <p:nvPr/>
        </p:nvSpPr>
        <p:spPr>
          <a:xfrm>
            <a:off x="10119665" y="276149"/>
            <a:ext cx="1505102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319918" y="381305"/>
            <a:ext cx="152705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10586009" y="276149"/>
            <a:ext cx="8961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Tips &amp; Tricks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47395"/>
            <a:ext cx="12191695" cy="7220102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028700"/>
            <a:ext cx="4972507" cy="1429207"/>
          </a:xfrm>
          <a:prstGeom prst="roundRect">
            <a:avLst>
              <a:gd name="adj" fmla="val 51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00100" y="1257300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3544" y="1380744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6698" y="1257300"/>
            <a:ext cx="39630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Attività Recenti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66698" y="1577340"/>
            <a:ext cx="39246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 risultati vengono personalizzati in base ai file che hai aperto, modificato o condiviso di recente, anticipando le tue necessità.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" y="2547976"/>
            <a:ext cx="4972507" cy="1429207"/>
          </a:xfrm>
          <a:prstGeom prst="roundRect">
            <a:avLst>
              <a:gd name="adj" fmla="val 51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800100" y="2776576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938174" y="2900020"/>
            <a:ext cx="200254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66698" y="2776576"/>
            <a:ext cx="39630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Calendari e Meeting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466698" y="3096616"/>
            <a:ext cx="39246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L'intelligenza artificiale collega i documenti alle riunioni in programma, suggerendo i file pertinenti prima ancora che tu li cerchi.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65412" y="4101076"/>
            <a:ext cx="4972507" cy="1218895"/>
          </a:xfrm>
          <a:prstGeom prst="roundRect">
            <a:avLst>
              <a:gd name="adj" fmla="val 70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94012" y="4329676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889110" y="4453120"/>
            <a:ext cx="286207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60610" y="4329676"/>
            <a:ext cx="39630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Collaborazioni Attive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460610" y="4649716"/>
            <a:ext cx="39246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sistema prioritizza i contenuti su cui stanno lavorando i tuoi colleghi più stretti e i membri del tuo team.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71500" y="5415069"/>
            <a:ext cx="4972507" cy="1429207"/>
          </a:xfrm>
          <a:prstGeom prst="roundRect">
            <a:avLst>
              <a:gd name="adj" fmla="val 51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800100" y="5643669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938174" y="5768028"/>
            <a:ext cx="200254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66698" y="5643669"/>
            <a:ext cx="39630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Efficienza e Velocità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1466698" y="5963709"/>
            <a:ext cx="39246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Suggerimenti contestuali immediati che riducono drasticamente il tempo speso a cercare informazioni, aumentando la produttività.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639105" y="742493"/>
            <a:ext cx="1904695" cy="1904695"/>
          </a:xfrm>
          <a:prstGeom prst="roundRect">
            <a:avLst>
              <a:gd name="adj" fmla="val 4801"/>
            </a:avLst>
          </a:prstGeom>
          <a:solidFill>
            <a:srgbClr val="FFEBD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0"/>
          <p:cNvSpPr/>
          <p:nvPr/>
        </p:nvSpPr>
        <p:spPr>
          <a:xfrm>
            <a:off x="9318506" y="4206034"/>
            <a:ext cx="2857500" cy="2857500"/>
          </a:xfrm>
          <a:prstGeom prst="ellipse">
            <a:avLst/>
          </a:prstGeom>
          <a:solidFill>
            <a:srgbClr val="CFE6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1"/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2"/>
          <p:cNvSpPr/>
          <p:nvPr/>
        </p:nvSpPr>
        <p:spPr>
          <a:xfrm>
            <a:off x="0" y="60899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3"/>
          <p:cNvSpPr txBox="1"/>
          <p:nvPr/>
        </p:nvSpPr>
        <p:spPr>
          <a:xfrm>
            <a:off x="571500" y="0"/>
            <a:ext cx="3525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Ricerca Microsoft 365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71500" y="228600"/>
            <a:ext cx="486826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Risultati Intelligenti</a:t>
            </a:r>
            <a:endParaRPr lang="en-US" sz="2700" dirty="0"/>
          </a:p>
        </p:txBody>
      </p:sp>
      <p:sp>
        <p:nvSpPr>
          <p:cNvPr id="31" name="Shape 25"/>
          <p:cNvSpPr/>
          <p:nvPr/>
        </p:nvSpPr>
        <p:spPr>
          <a:xfrm>
            <a:off x="10191902" y="123444"/>
            <a:ext cx="1438351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391242" y="228600"/>
            <a:ext cx="152705" cy="152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658246" y="123444"/>
            <a:ext cx="8293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AI-Powered</a:t>
            </a:r>
            <a:endParaRPr lang="en-US" sz="10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 t="-3" b="-3"/>
          <a:stretch/>
        </p:blipFill>
        <p:spPr>
          <a:xfrm>
            <a:off x="6209690" y="1230325"/>
            <a:ext cx="5126126" cy="4821631"/>
          </a:xfrm>
          <a:prstGeom prst="rect">
            <a:avLst/>
          </a:prstGeom>
        </p:spPr>
      </p:pic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 t="-78" b="-78"/>
          <a:stretch/>
        </p:blipFill>
        <p:spPr>
          <a:xfrm>
            <a:off x="6361481" y="1382116"/>
            <a:ext cx="4821631" cy="286207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505042" y="1477213"/>
            <a:ext cx="95098" cy="9509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28"/>
          <p:cNvSpPr/>
          <p:nvPr/>
        </p:nvSpPr>
        <p:spPr>
          <a:xfrm>
            <a:off x="6656832" y="1477213"/>
            <a:ext cx="95098" cy="9509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29"/>
          <p:cNvSpPr/>
          <p:nvPr/>
        </p:nvSpPr>
        <p:spPr>
          <a:xfrm>
            <a:off x="6809537" y="1477213"/>
            <a:ext cx="95098" cy="95098"/>
          </a:xfrm>
          <a:prstGeom prst="ellipse">
            <a:avLst/>
          </a:prstGeom>
          <a:solidFill>
            <a:srgbClr val="28C9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0"/>
          <p:cNvSpPr/>
          <p:nvPr/>
        </p:nvSpPr>
        <p:spPr>
          <a:xfrm>
            <a:off x="7057339" y="1411377"/>
            <a:ext cx="3029407" cy="2286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1"/>
          <p:cNvSpPr txBox="1"/>
          <p:nvPr/>
        </p:nvSpPr>
        <p:spPr>
          <a:xfrm>
            <a:off x="7361834" y="1411377"/>
            <a:ext cx="28008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Cerca... </a:t>
            </a:r>
            <a:endParaRPr lang="en-US" sz="9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171639" y="1468069"/>
            <a:ext cx="114300" cy="114300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6457493" y="1858518"/>
            <a:ext cx="4638751" cy="400507"/>
          </a:xfrm>
          <a:prstGeom prst="roundRect">
            <a:avLst>
              <a:gd name="adj" fmla="val 32616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33"/>
          <p:cNvSpPr txBox="1"/>
          <p:nvPr/>
        </p:nvSpPr>
        <p:spPr>
          <a:xfrm>
            <a:off x="6847942" y="1858518"/>
            <a:ext cx="4325112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Progetto Market... </a:t>
            </a:r>
            <a:endParaRPr lang="en-US" sz="100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600139" y="1990192"/>
            <a:ext cx="133502" cy="133502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6457493" y="2493112"/>
            <a:ext cx="47530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Suggeriti per te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6457493" y="2763774"/>
            <a:ext cx="4638751" cy="705002"/>
          </a:xfrm>
          <a:prstGeom prst="roundRect">
            <a:avLst>
              <a:gd name="adj" fmla="val 10516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Shape 36"/>
          <p:cNvSpPr/>
          <p:nvPr/>
        </p:nvSpPr>
        <p:spPr>
          <a:xfrm>
            <a:off x="6457493" y="2763774"/>
            <a:ext cx="38405" cy="682142"/>
          </a:xfrm>
          <a:prstGeom prst="roundRect">
            <a:avLst>
              <a:gd name="adj" fmla="val 2380940"/>
            </a:avLst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Shape 37"/>
          <p:cNvSpPr/>
          <p:nvPr/>
        </p:nvSpPr>
        <p:spPr>
          <a:xfrm>
            <a:off x="6580937" y="2942997"/>
            <a:ext cx="342900" cy="342900"/>
          </a:xfrm>
          <a:prstGeom prst="ellipse">
            <a:avLst/>
          </a:prstGeom>
          <a:solidFill>
            <a:srgbClr val="FFF0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2"/>
          <a:srcRect t="-2222" b="-2222"/>
          <a:stretch/>
        </p:blipFill>
        <p:spPr>
          <a:xfrm>
            <a:off x="6690665" y="3028036"/>
            <a:ext cx="123444" cy="171907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7066483" y="2887218"/>
            <a:ext cx="40197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Presentazione Marketing Q4.pptx</a:t>
            </a:r>
            <a:endParaRPr lang="en-US" sz="1100" dirty="0"/>
          </a:p>
        </p:txBody>
      </p:sp>
      <p:sp>
        <p:nvSpPr>
          <p:cNvPr id="51" name="Text 39"/>
          <p:cNvSpPr txBox="1"/>
          <p:nvPr/>
        </p:nvSpPr>
        <p:spPr>
          <a:xfrm>
            <a:off x="7066483" y="3140507"/>
            <a:ext cx="25959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Modificato da </a:t>
            </a: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Marco Rossi</a:t>
            </a: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• 20 min fa</a:t>
            </a:r>
            <a:endParaRPr lang="en-US" sz="900" dirty="0"/>
          </a:p>
        </p:txBody>
      </p:sp>
      <p:sp>
        <p:nvSpPr>
          <p:cNvPr id="52" name="Text 40"/>
          <p:cNvSpPr txBox="1"/>
          <p:nvPr/>
        </p:nvSpPr>
        <p:spPr>
          <a:xfrm>
            <a:off x="9538106" y="3123133"/>
            <a:ext cx="562356" cy="219456"/>
          </a:xfrm>
          <a:prstGeom prst="rect">
            <a:avLst/>
          </a:prstGeom>
          <a:solidFill>
            <a:srgbClr val="F0F0F0"/>
          </a:solidFill>
          <a:ln w="12700">
            <a:solidFill>
              <a:srgbClr val="E1DFDD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Recente</a:t>
            </a:r>
            <a:endParaRPr lang="en-US" sz="800" dirty="0"/>
          </a:p>
        </p:txBody>
      </p:sp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13"/>
          <a:srcRect l="-1677" r="-1677"/>
          <a:stretch/>
        </p:blipFill>
        <p:spPr>
          <a:xfrm>
            <a:off x="9404604" y="3179826"/>
            <a:ext cx="95098" cy="105156"/>
          </a:xfrm>
          <a:prstGeom prst="rect">
            <a:avLst/>
          </a:prstGeom>
        </p:spPr>
      </p:pic>
      <p:sp>
        <p:nvSpPr>
          <p:cNvPr id="54" name="Shape 41"/>
          <p:cNvSpPr/>
          <p:nvPr/>
        </p:nvSpPr>
        <p:spPr>
          <a:xfrm>
            <a:off x="6457493" y="3541014"/>
            <a:ext cx="4638751" cy="705002"/>
          </a:xfrm>
          <a:prstGeom prst="roundRect">
            <a:avLst>
              <a:gd name="adj" fmla="val 10516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Shape 42"/>
          <p:cNvSpPr/>
          <p:nvPr/>
        </p:nvSpPr>
        <p:spPr>
          <a:xfrm>
            <a:off x="6580937" y="3719322"/>
            <a:ext cx="342900" cy="342900"/>
          </a:xfrm>
          <a:prstGeom prst="ellipse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6" name="Image 11" descr="preencoded.png"/>
          <p:cNvPicPr>
            <a:picLocks noChangeAspect="1"/>
          </p:cNvPicPr>
          <p:nvPr/>
        </p:nvPicPr>
        <p:blipFill>
          <a:blip r:embed="rId14"/>
          <a:srcRect t="-2725" b="-2725"/>
          <a:stretch/>
        </p:blipFill>
        <p:spPr>
          <a:xfrm>
            <a:off x="6680606" y="3805276"/>
            <a:ext cx="142646" cy="171907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7066483" y="3664458"/>
            <a:ext cx="40197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Kick-off Progetto Alpha</a:t>
            </a:r>
            <a:endParaRPr lang="en-US" sz="1100" dirty="0"/>
          </a:p>
        </p:txBody>
      </p:sp>
      <p:sp>
        <p:nvSpPr>
          <p:cNvPr id="58" name="Text 44"/>
          <p:cNvSpPr txBox="1"/>
          <p:nvPr/>
        </p:nvSpPr>
        <p:spPr>
          <a:xfrm>
            <a:off x="7066483" y="3917747"/>
            <a:ext cx="27203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Riunione tra 10 minuti • </a:t>
            </a: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Prodotto</a:t>
            </a:r>
            <a:endParaRPr lang="en-US" sz="900" dirty="0"/>
          </a:p>
        </p:txBody>
      </p:sp>
      <p:sp>
        <p:nvSpPr>
          <p:cNvPr id="59" name="Text 45"/>
          <p:cNvSpPr txBox="1"/>
          <p:nvPr/>
        </p:nvSpPr>
        <p:spPr>
          <a:xfrm>
            <a:off x="9655150" y="3900373"/>
            <a:ext cx="571500" cy="219456"/>
          </a:xfrm>
          <a:prstGeom prst="rect">
            <a:avLst/>
          </a:prstGeom>
          <a:solidFill>
            <a:srgbClr val="F0F0F0"/>
          </a:solidFill>
          <a:ln w="12700">
            <a:solidFill>
              <a:srgbClr val="E1DFDD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Meeting</a:t>
            </a:r>
            <a:endParaRPr lang="en-US" sz="800" dirty="0"/>
          </a:p>
        </p:txBody>
      </p:sp>
      <p:pic>
        <p:nvPicPr>
          <p:cNvPr id="60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512503" y="3957066"/>
            <a:ext cx="105156" cy="105156"/>
          </a:xfrm>
          <a:prstGeom prst="rect">
            <a:avLst/>
          </a:prstGeom>
        </p:spPr>
      </p:pic>
      <p:sp>
        <p:nvSpPr>
          <p:cNvPr id="61" name="Shape 46"/>
          <p:cNvSpPr/>
          <p:nvPr/>
        </p:nvSpPr>
        <p:spPr>
          <a:xfrm>
            <a:off x="6457493" y="4318254"/>
            <a:ext cx="4638751" cy="666598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Shape 47"/>
          <p:cNvSpPr/>
          <p:nvPr/>
        </p:nvSpPr>
        <p:spPr>
          <a:xfrm>
            <a:off x="6580937" y="4480103"/>
            <a:ext cx="342900" cy="342900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3" name="Image 13" descr="preencoded.png"/>
          <p:cNvPicPr>
            <a:picLocks noChangeAspect="1"/>
          </p:cNvPicPr>
          <p:nvPr/>
        </p:nvPicPr>
        <p:blipFill>
          <a:blip r:embed="rId16"/>
          <a:srcRect t="-2222" b="-2222"/>
          <a:stretch/>
        </p:blipFill>
        <p:spPr>
          <a:xfrm>
            <a:off x="6690665" y="4565142"/>
            <a:ext cx="123444" cy="171907"/>
          </a:xfrm>
          <a:prstGeom prst="rect">
            <a:avLst/>
          </a:prstGeom>
        </p:spPr>
      </p:pic>
      <p:sp>
        <p:nvSpPr>
          <p:cNvPr id="64" name="Text 48"/>
          <p:cNvSpPr txBox="1"/>
          <p:nvPr/>
        </p:nvSpPr>
        <p:spPr>
          <a:xfrm>
            <a:off x="7066483" y="4441698"/>
            <a:ext cx="40197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Specifiche Tecniche v2.docx</a:t>
            </a:r>
            <a:endParaRPr lang="en-US" sz="1100" dirty="0"/>
          </a:p>
        </p:txBody>
      </p:sp>
      <p:sp>
        <p:nvSpPr>
          <p:cNvPr id="65" name="Text 49"/>
          <p:cNvSpPr txBox="1"/>
          <p:nvPr/>
        </p:nvSpPr>
        <p:spPr>
          <a:xfrm>
            <a:off x="7066483" y="4677613"/>
            <a:ext cx="22558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Condiviso da </a:t>
            </a: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Giulia Bianchi</a:t>
            </a: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• Ieri</a:t>
            </a:r>
            <a:endParaRPr lang="en-US" sz="900" dirty="0"/>
          </a:p>
        </p:txBody>
      </p:sp>
      <p:sp>
        <p:nvSpPr>
          <p:cNvPr id="66" name="Shape 50"/>
          <p:cNvSpPr/>
          <p:nvPr/>
        </p:nvSpPr>
        <p:spPr>
          <a:xfrm>
            <a:off x="6457493" y="5060747"/>
            <a:ext cx="4638751" cy="666598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Shape 51"/>
          <p:cNvSpPr/>
          <p:nvPr/>
        </p:nvSpPr>
        <p:spPr>
          <a:xfrm>
            <a:off x="6580937" y="5222596"/>
            <a:ext cx="342900" cy="342900"/>
          </a:xfrm>
          <a:prstGeom prst="ellipse">
            <a:avLst/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8" name="Image 14" descr="preencoded.png"/>
          <p:cNvPicPr>
            <a:picLocks noChangeAspect="1"/>
          </p:cNvPicPr>
          <p:nvPr/>
        </p:nvPicPr>
        <p:blipFill>
          <a:blip r:embed="rId17"/>
          <a:srcRect t="-2222" b="-2222"/>
          <a:stretch/>
        </p:blipFill>
        <p:spPr>
          <a:xfrm>
            <a:off x="6690665" y="5308549"/>
            <a:ext cx="123444" cy="171907"/>
          </a:xfrm>
          <a:prstGeom prst="rect">
            <a:avLst/>
          </a:prstGeom>
        </p:spPr>
      </p:pic>
      <p:sp>
        <p:nvSpPr>
          <p:cNvPr id="69" name="Text 52"/>
          <p:cNvSpPr txBox="1"/>
          <p:nvPr/>
        </p:nvSpPr>
        <p:spPr>
          <a:xfrm>
            <a:off x="7066483" y="5184191"/>
            <a:ext cx="40197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2024 - Draft.xlsx</a:t>
            </a:r>
            <a:endParaRPr lang="en-US" sz="1100" dirty="0"/>
          </a:p>
        </p:txBody>
      </p:sp>
      <p:sp>
        <p:nvSpPr>
          <p:cNvPr id="70" name="Text 53"/>
          <p:cNvSpPr txBox="1"/>
          <p:nvPr/>
        </p:nvSpPr>
        <p:spPr>
          <a:xfrm>
            <a:off x="7066483" y="5421021"/>
            <a:ext cx="18251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Visualizzato da te • 2 ore fa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896466"/>
            <a:ext cx="4972507" cy="1104595"/>
          </a:xfrm>
          <a:prstGeom prst="roundRect">
            <a:avLst>
              <a:gd name="adj" fmla="val 856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61695" y="2086661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461" r="-461"/>
          <a:stretch/>
        </p:blipFill>
        <p:spPr>
          <a:xfrm>
            <a:off x="881482" y="2220163"/>
            <a:ext cx="237744" cy="20939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29207" y="2086661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Filtri per Tipo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29207" y="2394814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Restringi la ricerca specificando il formato del file (Excel, Word, PowerPoint, PDF) per escludere risultati irrilevanti.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3235147"/>
            <a:ext cx="4972507" cy="1104595"/>
          </a:xfrm>
          <a:prstGeom prst="roundRect">
            <a:avLst>
              <a:gd name="adj" fmla="val 856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761695" y="3426257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1903" r="-1903"/>
          <a:stretch/>
        </p:blipFill>
        <p:spPr>
          <a:xfrm>
            <a:off x="905256" y="3559759"/>
            <a:ext cx="190195" cy="20939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29207" y="3426257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Filtri per Data e Autore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429207" y="3734410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Trova documenti vecchi o specifici filtrando per data di modifica o persona che ha creato/modificato il file.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1500" y="4574743"/>
            <a:ext cx="4972507" cy="1104595"/>
          </a:xfrm>
          <a:prstGeom prst="roundRect">
            <a:avLst>
              <a:gd name="adj" fmla="val 856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61695" y="4765853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1004" r="-1004"/>
          <a:stretch/>
        </p:blipFill>
        <p:spPr>
          <a:xfrm>
            <a:off x="866851" y="4898441"/>
            <a:ext cx="267005" cy="20939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29207" y="4765853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Esempio Pratico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429207" y="5074006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Cercare "Budget" filtrando per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Tipo: Excel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Persone: Marco Rossi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trovare subito il foglio di calcolo corretto.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639105" y="1047902"/>
            <a:ext cx="1904695" cy="1904695"/>
          </a:xfrm>
          <a:prstGeom prst="roundRect">
            <a:avLst>
              <a:gd name="adj" fmla="val 4801"/>
            </a:avLst>
          </a:prstGeom>
          <a:solidFill>
            <a:srgbClr val="FFEBD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9239098" y="4095598"/>
            <a:ext cx="2857500" cy="2857500"/>
          </a:xfrm>
          <a:prstGeom prst="ellipse">
            <a:avLst/>
          </a:prstGeom>
          <a:solidFill>
            <a:srgbClr val="CFE6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7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9"/>
          <p:cNvSpPr txBox="1"/>
          <p:nvPr/>
        </p:nvSpPr>
        <p:spPr>
          <a:xfrm>
            <a:off x="571500" y="152705"/>
            <a:ext cx="266547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Ricerca Avanzata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571500" y="381305"/>
            <a:ext cx="380481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Filtri di Ricerca</a:t>
            </a:r>
            <a:endParaRPr lang="en-US" sz="2700" dirty="0"/>
          </a:p>
        </p:txBody>
      </p:sp>
      <p:sp>
        <p:nvSpPr>
          <p:cNvPr id="26" name="Shape 21"/>
          <p:cNvSpPr/>
          <p:nvPr/>
        </p:nvSpPr>
        <p:spPr>
          <a:xfrm>
            <a:off x="9879178" y="276149"/>
            <a:ext cx="1742846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079431" y="381305"/>
            <a:ext cx="152705" cy="15270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345522" y="276149"/>
            <a:ext cx="11338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Affina i Risultati</a:t>
            </a:r>
            <a:endParaRPr lang="en-US" sz="10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 t="-5" b="-5"/>
          <a:stretch/>
        </p:blipFill>
        <p:spPr>
          <a:xfrm>
            <a:off x="5924398" y="2000707"/>
            <a:ext cx="5695798" cy="381030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5934456" y="2009851"/>
            <a:ext cx="5676595" cy="237744"/>
          </a:xfrm>
          <a:prstGeom prst="roundRect">
            <a:avLst>
              <a:gd name="adj" fmla="val 184615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Shape 24"/>
          <p:cNvSpPr/>
          <p:nvPr/>
        </p:nvSpPr>
        <p:spPr>
          <a:xfrm>
            <a:off x="5934456" y="2238451"/>
            <a:ext cx="5676595" cy="9144"/>
          </a:xfrm>
          <a:prstGeom prst="roundRect">
            <a:avLst>
              <a:gd name="adj" fmla="val 4800000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25"/>
          <p:cNvSpPr/>
          <p:nvPr/>
        </p:nvSpPr>
        <p:spPr>
          <a:xfrm>
            <a:off x="6077102" y="2076602"/>
            <a:ext cx="95098" cy="9509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26"/>
          <p:cNvSpPr/>
          <p:nvPr/>
        </p:nvSpPr>
        <p:spPr>
          <a:xfrm>
            <a:off x="6229807" y="2076602"/>
            <a:ext cx="95098" cy="9509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Shape 27"/>
          <p:cNvSpPr/>
          <p:nvPr/>
        </p:nvSpPr>
        <p:spPr>
          <a:xfrm>
            <a:off x="6381598" y="2076602"/>
            <a:ext cx="95098" cy="95098"/>
          </a:xfrm>
          <a:prstGeom prst="ellipse">
            <a:avLst/>
          </a:prstGeom>
          <a:solidFill>
            <a:srgbClr val="28C9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28"/>
          <p:cNvSpPr/>
          <p:nvPr/>
        </p:nvSpPr>
        <p:spPr>
          <a:xfrm>
            <a:off x="6629400" y="2009851"/>
            <a:ext cx="3600907" cy="2286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29"/>
          <p:cNvSpPr txBox="1"/>
          <p:nvPr/>
        </p:nvSpPr>
        <p:spPr>
          <a:xfrm>
            <a:off x="6933895" y="2009851"/>
            <a:ext cx="33723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Risultati ricerca </a:t>
            </a:r>
            <a:endParaRPr lang="en-US" sz="9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43700" y="2066544"/>
            <a:ext cx="114300" cy="114300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5934456" y="2247595"/>
            <a:ext cx="5676595" cy="3972154"/>
          </a:xfrm>
          <a:prstGeom prst="rect">
            <a:avLst/>
          </a:prstGeom>
          <a:solidFill>
            <a:srgbClr val="FAF9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1"/>
          <p:cNvSpPr/>
          <p:nvPr/>
        </p:nvSpPr>
        <p:spPr>
          <a:xfrm>
            <a:off x="6124651" y="2438705"/>
            <a:ext cx="5296205" cy="381305"/>
          </a:xfrm>
          <a:prstGeom prst="roundRect">
            <a:avLst>
              <a:gd name="adj" fmla="val 23981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2"/>
          <p:cNvSpPr txBox="1"/>
          <p:nvPr/>
        </p:nvSpPr>
        <p:spPr>
          <a:xfrm>
            <a:off x="6277356" y="2438705"/>
            <a:ext cx="9628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2024</a:t>
            </a:r>
            <a:endParaRPr lang="en-US" sz="1200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rcRect t="-100" b="-100"/>
          <a:stretch/>
        </p:blipFill>
        <p:spPr>
          <a:xfrm>
            <a:off x="10886846" y="2553005"/>
            <a:ext cx="114300" cy="152705"/>
          </a:xfrm>
          <a:prstGeom prst="rect">
            <a:avLst/>
          </a:prstGeom>
        </p:spPr>
      </p:pic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115446" y="2553005"/>
            <a:ext cx="152705" cy="1527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6400800" y="2962656"/>
            <a:ext cx="801014" cy="324612"/>
          </a:xfrm>
          <a:prstGeom prst="rect">
            <a:avLst/>
          </a:prstGeom>
          <a:solidFill>
            <a:srgbClr val="E6F2FF"/>
          </a:solidFill>
          <a:ln w="12700">
            <a:solidFill>
              <a:srgbClr val="0078D4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Tipo: Excel </a:t>
            </a:r>
            <a:endParaRPr lang="en-US" sz="90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rcRect l="-1358" r="-1358"/>
          <a:stretch/>
        </p:blipFill>
        <p:spPr>
          <a:xfrm>
            <a:off x="6248095" y="3058668"/>
            <a:ext cx="95098" cy="123444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7524598" y="2962656"/>
            <a:ext cx="1114654" cy="324612"/>
          </a:xfrm>
          <a:prstGeom prst="rect">
            <a:avLst/>
          </a:prstGeom>
          <a:solidFill>
            <a:srgbClr val="E6F2FF"/>
          </a:solidFill>
          <a:ln w="12700">
            <a:solidFill>
              <a:srgbClr val="0078D4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Da: Marco Rossi </a:t>
            </a:r>
            <a:endParaRPr lang="en-US" sz="900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2"/>
          <a:srcRect t="-1359" b="-1359"/>
          <a:stretch/>
        </p:blipFill>
        <p:spPr>
          <a:xfrm>
            <a:off x="7361834" y="3058668"/>
            <a:ext cx="105156" cy="123444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8961120" y="2962656"/>
            <a:ext cx="1085393" cy="324612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D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Ultima modifica </a:t>
            </a:r>
            <a:endParaRPr lang="en-US" sz="900" dirty="0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3"/>
          <a:srcRect t="-1359" b="-1359"/>
          <a:stretch/>
        </p:blipFill>
        <p:spPr>
          <a:xfrm>
            <a:off x="8799271" y="3058668"/>
            <a:ext cx="105156" cy="123444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6124651" y="3516782"/>
            <a:ext cx="54105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Risultati principali</a:t>
            </a:r>
            <a:endParaRPr lang="en-US" sz="900" dirty="0"/>
          </a:p>
        </p:txBody>
      </p:sp>
      <p:sp>
        <p:nvSpPr>
          <p:cNvPr id="50" name="Shape 37"/>
          <p:cNvSpPr/>
          <p:nvPr/>
        </p:nvSpPr>
        <p:spPr>
          <a:xfrm>
            <a:off x="6124651" y="3849624"/>
            <a:ext cx="5296205" cy="629107"/>
          </a:xfrm>
          <a:prstGeom prst="roundRect">
            <a:avLst>
              <a:gd name="adj" fmla="val 13214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4"/>
          <a:srcRect l="-133" r="-133"/>
          <a:stretch/>
        </p:blipFill>
        <p:spPr>
          <a:xfrm>
            <a:off x="6248095" y="4049878"/>
            <a:ext cx="171907" cy="228600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6562649" y="3973982"/>
            <a:ext cx="4849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Budget_Q1_2024_Final.xlsx</a:t>
            </a:r>
            <a:endParaRPr lang="en-US" sz="1000" dirty="0"/>
          </a:p>
        </p:txBody>
      </p:sp>
      <p:sp>
        <p:nvSpPr>
          <p:cNvPr id="53" name="Text 39"/>
          <p:cNvSpPr txBox="1"/>
          <p:nvPr/>
        </p:nvSpPr>
        <p:spPr>
          <a:xfrm>
            <a:off x="6744614" y="4183380"/>
            <a:ext cx="85679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Finanza / 2024</a:t>
            </a:r>
            <a:endParaRPr lang="en-US" sz="900" dirty="0"/>
          </a:p>
        </p:txBody>
      </p:sp>
      <p:sp>
        <p:nvSpPr>
          <p:cNvPr id="54" name="Text 40"/>
          <p:cNvSpPr txBox="1"/>
          <p:nvPr/>
        </p:nvSpPr>
        <p:spPr>
          <a:xfrm>
            <a:off x="7869326" y="4183380"/>
            <a:ext cx="192024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Modificato da Marco Rossi ieri</a:t>
            </a:r>
            <a:endParaRPr lang="en-US" sz="900" dirty="0"/>
          </a:p>
        </p:txBody>
      </p:sp>
      <p:sp>
        <p:nvSpPr>
          <p:cNvPr id="55" name="Shape 41"/>
          <p:cNvSpPr/>
          <p:nvPr/>
        </p:nvSpPr>
        <p:spPr>
          <a:xfrm>
            <a:off x="6124651" y="4621378"/>
            <a:ext cx="5296205" cy="629107"/>
          </a:xfrm>
          <a:prstGeom prst="roundRect">
            <a:avLst>
              <a:gd name="adj" fmla="val 13214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14"/>
          <a:srcRect l="-133" r="-133"/>
          <a:stretch/>
        </p:blipFill>
        <p:spPr>
          <a:xfrm>
            <a:off x="6248095" y="4821631"/>
            <a:ext cx="171907" cy="228600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6562649" y="4745736"/>
            <a:ext cx="4849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Forecast_Budget_Marketing.xlsx</a:t>
            </a:r>
            <a:endParaRPr lang="en-US" sz="1000" dirty="0"/>
          </a:p>
        </p:txBody>
      </p:sp>
      <p:sp>
        <p:nvSpPr>
          <p:cNvPr id="58" name="Text 43"/>
          <p:cNvSpPr txBox="1"/>
          <p:nvPr/>
        </p:nvSpPr>
        <p:spPr>
          <a:xfrm>
            <a:off x="6744614" y="4955134"/>
            <a:ext cx="98023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Marketing / Docs</a:t>
            </a:r>
            <a:endParaRPr lang="en-US" sz="900" dirty="0"/>
          </a:p>
        </p:txBody>
      </p:sp>
      <p:sp>
        <p:nvSpPr>
          <p:cNvPr id="59" name="Text 44"/>
          <p:cNvSpPr txBox="1"/>
          <p:nvPr/>
        </p:nvSpPr>
        <p:spPr>
          <a:xfrm>
            <a:off x="7999171" y="4955134"/>
            <a:ext cx="206380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Modificato da Marco Rossi 3gg fa</a:t>
            </a:r>
            <a:endParaRPr lang="en-US" sz="900" dirty="0"/>
          </a:p>
        </p:txBody>
      </p:sp>
      <p:pic>
        <p:nvPicPr>
          <p:cNvPr id="60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562649" y="4207154"/>
            <a:ext cx="114300" cy="114300"/>
          </a:xfrm>
          <a:prstGeom prst="rect">
            <a:avLst/>
          </a:prstGeom>
        </p:spPr>
      </p:pic>
      <p:pic>
        <p:nvPicPr>
          <p:cNvPr id="61" name="Image 14" descr="preencoded.png"/>
          <p:cNvPicPr>
            <a:picLocks noChangeAspect="1"/>
          </p:cNvPicPr>
          <p:nvPr/>
        </p:nvPicPr>
        <p:blipFill>
          <a:blip r:embed="rId16"/>
          <a:srcRect t="-80" b="-80"/>
          <a:stretch/>
        </p:blipFill>
        <p:spPr>
          <a:xfrm>
            <a:off x="7659014" y="4207154"/>
            <a:ext cx="142646" cy="114300"/>
          </a:xfrm>
          <a:prstGeom prst="rect">
            <a:avLst/>
          </a:prstGeom>
        </p:spPr>
      </p:pic>
      <p:pic>
        <p:nvPicPr>
          <p:cNvPr id="62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562649" y="4978908"/>
            <a:ext cx="114300" cy="114300"/>
          </a:xfrm>
          <a:prstGeom prst="rect">
            <a:avLst/>
          </a:prstGeom>
        </p:spPr>
      </p:pic>
      <p:pic>
        <p:nvPicPr>
          <p:cNvPr id="63" name="Image 16" descr="preencoded.png"/>
          <p:cNvPicPr>
            <a:picLocks noChangeAspect="1"/>
          </p:cNvPicPr>
          <p:nvPr/>
        </p:nvPicPr>
        <p:blipFill>
          <a:blip r:embed="rId16"/>
          <a:srcRect t="-80" b="-80"/>
          <a:stretch/>
        </p:blipFill>
        <p:spPr>
          <a:xfrm>
            <a:off x="7788859" y="4978908"/>
            <a:ext cx="142646" cy="114300"/>
          </a:xfrm>
          <a:prstGeom prst="rect">
            <a:avLst/>
          </a:prstGeom>
        </p:spPr>
      </p:pic>
      <p:sp>
        <p:nvSpPr>
          <p:cNvPr id="64" name="Shape 45"/>
          <p:cNvSpPr/>
          <p:nvPr/>
        </p:nvSpPr>
        <p:spPr>
          <a:xfrm>
            <a:off x="6124651" y="5393131"/>
            <a:ext cx="5296205" cy="629107"/>
          </a:xfrm>
          <a:prstGeom prst="roundRect">
            <a:avLst>
              <a:gd name="adj" fmla="val 13214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EDEB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5" name="Image 17" descr="preencoded.png"/>
          <p:cNvPicPr>
            <a:picLocks noChangeAspect="1"/>
          </p:cNvPicPr>
          <p:nvPr/>
        </p:nvPicPr>
        <p:blipFill>
          <a:blip r:embed="rId14">
            <a:alphaModFix amt="60000"/>
          </a:blip>
          <a:srcRect l="-133" r="-133"/>
          <a:stretch/>
        </p:blipFill>
        <p:spPr>
          <a:xfrm>
            <a:off x="6248095" y="5593385"/>
            <a:ext cx="171907" cy="228600"/>
          </a:xfrm>
          <a:prstGeom prst="rect">
            <a:avLst/>
          </a:prstGeom>
        </p:spPr>
      </p:pic>
      <p:sp>
        <p:nvSpPr>
          <p:cNvPr id="66" name="Text 46"/>
          <p:cNvSpPr txBox="1"/>
          <p:nvPr/>
        </p:nvSpPr>
        <p:spPr>
          <a:xfrm>
            <a:off x="6562649" y="5516575"/>
            <a:ext cx="4849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Analisi_Costi_Preliminare.xlsx</a:t>
            </a:r>
            <a:endParaRPr lang="en-US" sz="1000" dirty="0"/>
          </a:p>
        </p:txBody>
      </p:sp>
      <p:sp>
        <p:nvSpPr>
          <p:cNvPr id="67" name="Text 47"/>
          <p:cNvSpPr txBox="1"/>
          <p:nvPr/>
        </p:nvSpPr>
        <p:spPr>
          <a:xfrm>
            <a:off x="6744614" y="5726887"/>
            <a:ext cx="60899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Personale</a:t>
            </a:r>
            <a:endParaRPr lang="en-US" sz="900" dirty="0"/>
          </a:p>
        </p:txBody>
      </p:sp>
      <p:sp>
        <p:nvSpPr>
          <p:cNvPr id="68" name="Text 48"/>
          <p:cNvSpPr txBox="1"/>
          <p:nvPr/>
        </p:nvSpPr>
        <p:spPr>
          <a:xfrm>
            <a:off x="7627925" y="5726887"/>
            <a:ext cx="213329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Modificato da te settimana scorsa</a:t>
            </a:r>
            <a:endParaRPr lang="en-US" sz="900" dirty="0"/>
          </a:p>
        </p:txBody>
      </p:sp>
      <p:pic>
        <p:nvPicPr>
          <p:cNvPr id="69" name="Image 18" descr="preencoded.png"/>
          <p:cNvPicPr>
            <a:picLocks noChangeAspect="1"/>
          </p:cNvPicPr>
          <p:nvPr/>
        </p:nvPicPr>
        <p:blipFill>
          <a:blip r:embed="rId15">
            <a:alphaModFix amt="60000"/>
          </a:blip>
          <a:srcRect/>
          <a:stretch/>
        </p:blipFill>
        <p:spPr>
          <a:xfrm>
            <a:off x="6562649" y="5750662"/>
            <a:ext cx="114300" cy="114300"/>
          </a:xfrm>
          <a:prstGeom prst="rect">
            <a:avLst/>
          </a:prstGeom>
        </p:spPr>
      </p:pic>
      <p:pic>
        <p:nvPicPr>
          <p:cNvPr id="70" name="Image 19" descr="preencoded.png"/>
          <p:cNvPicPr>
            <a:picLocks noChangeAspect="1"/>
          </p:cNvPicPr>
          <p:nvPr/>
        </p:nvPicPr>
        <p:blipFill>
          <a:blip r:embed="rId16">
            <a:alphaModFix amt="60000"/>
          </a:blip>
          <a:srcRect t="-80" b="-80"/>
          <a:stretch/>
        </p:blipFill>
        <p:spPr>
          <a:xfrm>
            <a:off x="7417613" y="5750662"/>
            <a:ext cx="142646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905902" y="3524098"/>
            <a:ext cx="4762195" cy="4762195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402" y="3581705"/>
            <a:ext cx="2800807" cy="2800807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8998" y="476402"/>
            <a:ext cx="2800807" cy="280080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00684" y="2034540"/>
            <a:ext cx="1039581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Quanto conosci la ricerca unificata?</a:t>
            </a:r>
            <a:endParaRPr lang="en-US" sz="3600" dirty="0"/>
          </a:p>
        </p:txBody>
      </p:sp>
      <p:sp>
        <p:nvSpPr>
          <p:cNvPr id="9" name="Shape 5"/>
          <p:cNvSpPr/>
          <p:nvPr/>
        </p:nvSpPr>
        <p:spPr>
          <a:xfrm>
            <a:off x="5035601" y="1417320"/>
            <a:ext cx="2124151" cy="428854"/>
          </a:xfrm>
          <a:prstGeom prst="roundRect">
            <a:avLst>
              <a:gd name="adj" fmla="val 142146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 txBox="1"/>
          <p:nvPr/>
        </p:nvSpPr>
        <p:spPr>
          <a:xfrm>
            <a:off x="4997196" y="1417320"/>
            <a:ext cx="2200961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35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Quiz Ricerca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1403" r="-1403"/>
          <a:stretch/>
        </p:blipFill>
        <p:spPr>
          <a:xfrm>
            <a:off x="5225796" y="1535278"/>
            <a:ext cx="209398" cy="18105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57707" y="3059582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5000"/>
            </a:srgbClr>
          </a:solidFill>
          <a:ln w="254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8"/>
          <p:cNvSpPr/>
          <p:nvPr/>
        </p:nvSpPr>
        <p:spPr>
          <a:xfrm>
            <a:off x="2270455" y="3364078"/>
            <a:ext cx="476402" cy="47640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393899" y="3487522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28700" y="4030675"/>
            <a:ext cx="29626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Cosa trova la </a:t>
            </a:r>
            <a:r>
              <a:rPr lang="en-US" sz="1400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ricerca</a:t>
            </a: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444898" y="3059582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5000"/>
            </a:srgbClr>
          </a:solidFill>
          <a:ln w="254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1"/>
          <p:cNvSpPr/>
          <p:nvPr/>
        </p:nvSpPr>
        <p:spPr>
          <a:xfrm>
            <a:off x="5857646" y="3364078"/>
            <a:ext cx="476402" cy="47640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6010351" y="3487522"/>
            <a:ext cx="171907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616806" y="4030675"/>
            <a:ext cx="29626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Cerca nel </a:t>
            </a:r>
            <a:r>
              <a:rPr lang="en-US" sz="1400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contenuto</a:t>
            </a: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8033004" y="3059582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5000"/>
            </a:srgbClr>
          </a:solidFill>
          <a:ln w="254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4"/>
          <p:cNvSpPr/>
          <p:nvPr/>
        </p:nvSpPr>
        <p:spPr>
          <a:xfrm>
            <a:off x="9445752" y="3364078"/>
            <a:ext cx="476402" cy="47640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69196" y="3487522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203997" y="4030675"/>
            <a:ext cx="29626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 filtri sono </a:t>
            </a:r>
            <a:r>
              <a:rPr lang="en-US" sz="1400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disponibili</a:t>
            </a: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?</a:t>
            </a:r>
            <a:endParaRPr lang="en-US" sz="14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43A278A7-48A6-4A3B-F85E-3B6ED53D6D83}"/>
              </a:ext>
            </a:extLst>
          </p:cNvPr>
          <p:cNvSpPr txBox="1"/>
          <p:nvPr/>
        </p:nvSpPr>
        <p:spPr>
          <a:xfrm>
            <a:off x="1106424" y="4283050"/>
            <a:ext cx="29626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File, persone, email, siti e contenuti.</a:t>
            </a:r>
            <a:endParaRPr lang="en-US" sz="14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D5ACF396-7404-0E15-BC1E-E3B772FD8DDD}"/>
              </a:ext>
            </a:extLst>
          </p:cNvPr>
          <p:cNvSpPr txBox="1"/>
          <p:nvPr/>
        </p:nvSpPr>
        <p:spPr>
          <a:xfrm>
            <a:off x="4694530" y="4252746"/>
            <a:ext cx="29626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Sì</a:t>
            </a: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indicizza anche il testo dentro i documenti.</a:t>
            </a:r>
            <a:endParaRPr lang="en-US" sz="140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B6B72CA7-0388-1863-78ED-8BA603ABCDB6}"/>
              </a:ext>
            </a:extLst>
          </p:cNvPr>
          <p:cNvSpPr txBox="1"/>
          <p:nvPr/>
        </p:nvSpPr>
        <p:spPr>
          <a:xfrm>
            <a:off x="8190738" y="4266591"/>
            <a:ext cx="29626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Autore, data di modifica, tipo di file.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556309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43407" y="1728216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7707" y="1842516"/>
            <a:ext cx="200254" cy="2002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43254" y="1728216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Accesso da App Launcher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343254" y="2006194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menu "Waffle" in alto a sinistra permette di passare istantaneamente a qualsiasi applicazione senza tornare alla home.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2730398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743407" y="2902306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7707" y="3016606"/>
            <a:ext cx="200254" cy="20025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43254" y="2902306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Versione Web Immediata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343254" y="3180283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app si aprono direttamente nel browser, garantendo accesso rapido a funzionalità complete senza installazioni.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1500" y="3905402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43407" y="4076395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1328" b="-1328"/>
          <a:stretch/>
        </p:blipFill>
        <p:spPr>
          <a:xfrm>
            <a:off x="847649" y="4190695"/>
            <a:ext cx="219456" cy="20025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43254" y="4076395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Passaggio Rapido a Desktop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343254" y="4355287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Possibilità di aprire lo stesso file nell'app desktop installata con un click per funzionalità avanzate.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71500" y="5079492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743407" y="5251399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7707" y="5365699"/>
            <a:ext cx="200254" cy="20025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43254" y="5251399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Navigazione Fluida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343254" y="5529377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Integrazione profonda tra servizi: apri un file di Teams in Word, salva in OneDrive e condividi via Outlook senza frizioni.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639105" y="1047902"/>
            <a:ext cx="1904695" cy="1904695"/>
          </a:xfrm>
          <a:prstGeom prst="roundRect">
            <a:avLst>
              <a:gd name="adj" fmla="val 4801"/>
            </a:avLst>
          </a:prstGeom>
          <a:solidFill>
            <a:srgbClr val="FFEBD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0"/>
          <p:cNvSpPr/>
          <p:nvPr/>
        </p:nvSpPr>
        <p:spPr>
          <a:xfrm>
            <a:off x="9239098" y="4095598"/>
            <a:ext cx="2857500" cy="2857500"/>
          </a:xfrm>
          <a:prstGeom prst="ellipse">
            <a:avLst/>
          </a:prstGeom>
          <a:solidFill>
            <a:srgbClr val="CFE6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2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3"/>
          <p:cNvSpPr txBox="1"/>
          <p:nvPr/>
        </p:nvSpPr>
        <p:spPr>
          <a:xfrm>
            <a:off x="571500" y="152705"/>
            <a:ext cx="3200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Navigazione e Produttività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71500" y="381305"/>
            <a:ext cx="40178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Passare tra le App</a:t>
            </a:r>
            <a:endParaRPr lang="en-US" sz="2700" dirty="0"/>
          </a:p>
        </p:txBody>
      </p:sp>
      <p:sp>
        <p:nvSpPr>
          <p:cNvPr id="31" name="Shape 25"/>
          <p:cNvSpPr/>
          <p:nvPr/>
        </p:nvSpPr>
        <p:spPr>
          <a:xfrm>
            <a:off x="9666122" y="276149"/>
            <a:ext cx="1962302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866376" y="381305"/>
            <a:ext cx="152705" cy="152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132466" y="276149"/>
            <a:ext cx="13533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Multitasking Fluido</a:t>
            </a:r>
            <a:endParaRPr lang="en-US" sz="1000" dirty="0"/>
          </a:p>
        </p:txBody>
      </p:sp>
      <p:pic>
        <p:nvPicPr>
          <p:cNvPr id="79" name="Immagine 78">
            <a:extLst>
              <a:ext uri="{FF2B5EF4-FFF2-40B4-BE49-F238E27FC236}">
                <a16:creationId xmlns:a16="http://schemas.microsoft.com/office/drawing/2014/main" id="{AE487DA2-D1E7-C935-697F-1B5D26E01B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847" y="1842516"/>
            <a:ext cx="5479052" cy="41044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904695"/>
            <a:ext cx="2590495" cy="4000500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4" b="-394"/>
          <a:stretch/>
        </p:blipFill>
        <p:spPr>
          <a:xfrm>
            <a:off x="580644" y="1914754"/>
            <a:ext cx="2564892" cy="576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295498"/>
            <a:ext cx="227137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Barra Sempre Presente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3349" y="3950208"/>
            <a:ext cx="2267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Elemento fisso in alto che garantisce coerenza visiva e accesso immediato agli strumenti essenziali in ogni pagina.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3349" y="5284318"/>
            <a:ext cx="2267712" cy="333756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Accesso Globale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57300" y="5376672"/>
            <a:ext cx="133502" cy="13350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93338" y="1904695"/>
            <a:ext cx="2590495" cy="4000500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394" b="-394"/>
          <a:stretch/>
        </p:blipFill>
        <p:spPr>
          <a:xfrm>
            <a:off x="3402482" y="1914754"/>
            <a:ext cx="2564892" cy="5760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53358" y="3295498"/>
            <a:ext cx="227137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Cambio Rapido App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3555187" y="3950208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"Waffle Menu" permette di saltare istantaneamente da un'applicazione all'altra senza tornare alla home.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3555187" y="5282489"/>
            <a:ext cx="2267712" cy="333756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Launcher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146804" y="5374843"/>
            <a:ext cx="133502" cy="13350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15177" y="1904695"/>
            <a:ext cx="2590495" cy="4000500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t="-394" b="-394"/>
          <a:stretch/>
        </p:blipFill>
        <p:spPr>
          <a:xfrm>
            <a:off x="6224321" y="1914754"/>
            <a:ext cx="2564892" cy="5760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375197" y="3295498"/>
            <a:ext cx="227137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Multitasking Fluido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6377026" y="3950208"/>
            <a:ext cx="2267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Gestisci più attività contemporaneamente mantenendo il contesto, grazie all'integrazione tra le diverse web app.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6377026" y="5284318"/>
            <a:ext cx="2267712" cy="333756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Efficienza</a:t>
            </a: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t="-2644" b="-2644"/>
          <a:stretch/>
        </p:blipFill>
        <p:spPr>
          <a:xfrm>
            <a:off x="7099402" y="5376672"/>
            <a:ext cx="142646" cy="13350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037015" y="1904695"/>
            <a:ext cx="2590495" cy="4000500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rcRect t="-394" b="-394"/>
          <a:stretch/>
        </p:blipFill>
        <p:spPr>
          <a:xfrm>
            <a:off x="9046159" y="1914754"/>
            <a:ext cx="2564892" cy="57607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9193378" y="3295498"/>
            <a:ext cx="22786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Breadcrumb</a:t>
            </a:r>
            <a:endParaRPr lang="en-US" sz="1600" dirty="0"/>
          </a:p>
        </p:txBody>
      </p:sp>
      <p:sp>
        <p:nvSpPr>
          <p:cNvPr id="26" name="Text 17"/>
          <p:cNvSpPr txBox="1"/>
          <p:nvPr/>
        </p:nvSpPr>
        <p:spPr>
          <a:xfrm>
            <a:off x="9198864" y="3694176"/>
            <a:ext cx="2267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Traccia del percorso di navigazione per orientarsi facilmente e tornare rapidamente ai livelli o cartelle precedenti.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9198864" y="5282489"/>
            <a:ext cx="2267712" cy="333756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Percorso</a:t>
            </a:r>
            <a:endParaRPr lang="en-US" sz="10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947758" y="5374843"/>
            <a:ext cx="133502" cy="133502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2383841" y="1723644"/>
            <a:ext cx="952805" cy="952805"/>
          </a:xfrm>
          <a:prstGeom prst="ellipse">
            <a:avLst/>
          </a:prstGeom>
          <a:solidFill>
            <a:srgbClr val="0078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0"/>
          <p:cNvSpPr/>
          <p:nvPr/>
        </p:nvSpPr>
        <p:spPr>
          <a:xfrm>
            <a:off x="5205679" y="1723644"/>
            <a:ext cx="952805" cy="952805"/>
          </a:xfrm>
          <a:prstGeom prst="ellipse">
            <a:avLst/>
          </a:prstGeom>
          <a:solidFill>
            <a:srgbClr val="107C1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1"/>
          <p:cNvSpPr/>
          <p:nvPr/>
        </p:nvSpPr>
        <p:spPr>
          <a:xfrm>
            <a:off x="8027518" y="1723644"/>
            <a:ext cx="952805" cy="952805"/>
          </a:xfrm>
          <a:prstGeom prst="ellipse">
            <a:avLst/>
          </a:prstGeom>
          <a:solidFill>
            <a:srgbClr val="D83B0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22"/>
          <p:cNvSpPr/>
          <p:nvPr/>
        </p:nvSpPr>
        <p:spPr>
          <a:xfrm>
            <a:off x="10849356" y="1723644"/>
            <a:ext cx="952805" cy="952805"/>
          </a:xfrm>
          <a:prstGeom prst="ellipse">
            <a:avLst/>
          </a:prstGeom>
          <a:solidFill>
            <a:srgbClr val="5C2D9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23"/>
          <p:cNvSpPr/>
          <p:nvPr/>
        </p:nvSpPr>
        <p:spPr>
          <a:xfrm>
            <a:off x="1434694" y="2200046"/>
            <a:ext cx="857707" cy="857707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672438" y="2438705"/>
            <a:ext cx="381305" cy="381305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4256532" y="2200046"/>
            <a:ext cx="857707" cy="857707"/>
          </a:xfrm>
          <a:prstGeom prst="ellipse">
            <a:avLst/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494276" y="2438705"/>
            <a:ext cx="381305" cy="381305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7078370" y="2200046"/>
            <a:ext cx="857707" cy="857707"/>
          </a:xfrm>
          <a:prstGeom prst="ellipse">
            <a:avLst/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316114" y="2438705"/>
            <a:ext cx="381305" cy="381305"/>
          </a:xfrm>
          <a:prstGeom prst="rect">
            <a:avLst/>
          </a:prstGeom>
        </p:spPr>
      </p:pic>
      <p:sp>
        <p:nvSpPr>
          <p:cNvPr id="39" name="Shape 26"/>
          <p:cNvSpPr/>
          <p:nvPr/>
        </p:nvSpPr>
        <p:spPr>
          <a:xfrm>
            <a:off x="9900209" y="2200046"/>
            <a:ext cx="857707" cy="857707"/>
          </a:xfrm>
          <a:prstGeom prst="ellipse">
            <a:avLst/>
          </a:prstGeom>
          <a:solidFill>
            <a:srgbClr val="F3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4"/>
          <a:srcRect l="-40" r="-40"/>
          <a:stretch/>
        </p:blipFill>
        <p:spPr>
          <a:xfrm>
            <a:off x="10185502" y="2438705"/>
            <a:ext cx="286207" cy="381305"/>
          </a:xfrm>
          <a:prstGeom prst="rect">
            <a:avLst/>
          </a:prstGeom>
        </p:spPr>
      </p:pic>
      <p:sp>
        <p:nvSpPr>
          <p:cNvPr id="41" name="Shape 27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Shape 28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29"/>
          <p:cNvSpPr txBox="1"/>
          <p:nvPr/>
        </p:nvSpPr>
        <p:spPr>
          <a:xfrm>
            <a:off x="571500" y="152705"/>
            <a:ext cx="5191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Navigazione Portale</a:t>
            </a:r>
            <a:endParaRPr lang="en-US" sz="1000" dirty="0"/>
          </a:p>
        </p:txBody>
      </p:sp>
      <p:sp>
        <p:nvSpPr>
          <p:cNvPr id="44" name="Text 30"/>
          <p:cNvSpPr txBox="1"/>
          <p:nvPr/>
        </p:nvSpPr>
        <p:spPr>
          <a:xfrm>
            <a:off x="571500" y="381305"/>
            <a:ext cx="65690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Barra Superiore (Suite Bar)</a:t>
            </a:r>
            <a:endParaRPr lang="en-US" sz="2700" dirty="0"/>
          </a:p>
        </p:txBody>
      </p:sp>
      <p:sp>
        <p:nvSpPr>
          <p:cNvPr id="45" name="Shape 31"/>
          <p:cNvSpPr/>
          <p:nvPr/>
        </p:nvSpPr>
        <p:spPr>
          <a:xfrm>
            <a:off x="9319565" y="276149"/>
            <a:ext cx="2305202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518904" y="381305"/>
            <a:ext cx="152705" cy="152705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9785909" y="276149"/>
            <a:ext cx="170444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Struttura di Navigazione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1" r="-1"/>
          <a:stretch/>
        </p:blipFill>
        <p:spPr>
          <a:xfrm>
            <a:off x="0" y="952805"/>
            <a:ext cx="12191695" cy="5905195"/>
          </a:xfrm>
          <a:prstGeom prst="rect">
            <a:avLst/>
          </a:prstGeom>
        </p:spPr>
      </p:pic>
      <p:sp>
        <p:nvSpPr>
          <p:cNvPr id="67" name="Shape 37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8" name="Shape 38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Text 39"/>
          <p:cNvSpPr txBox="1"/>
          <p:nvPr/>
        </p:nvSpPr>
        <p:spPr>
          <a:xfrm>
            <a:off x="571500" y="152705"/>
            <a:ext cx="4000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Ecosistema Connesso</a:t>
            </a:r>
            <a:endParaRPr lang="en-US" sz="1000" dirty="0"/>
          </a:p>
        </p:txBody>
      </p:sp>
      <p:sp>
        <p:nvSpPr>
          <p:cNvPr id="70" name="Text 40"/>
          <p:cNvSpPr txBox="1"/>
          <p:nvPr/>
        </p:nvSpPr>
        <p:spPr>
          <a:xfrm>
            <a:off x="571500" y="381305"/>
            <a:ext cx="486826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Esempi di Integrazione</a:t>
            </a:r>
            <a:endParaRPr lang="en-US" sz="2700" dirty="0"/>
          </a:p>
        </p:txBody>
      </p:sp>
      <p:sp>
        <p:nvSpPr>
          <p:cNvPr id="71" name="Shape 41"/>
          <p:cNvSpPr/>
          <p:nvPr/>
        </p:nvSpPr>
        <p:spPr>
          <a:xfrm>
            <a:off x="9526219" y="276149"/>
            <a:ext cx="2095805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2" name="Image 28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9726473" y="381305"/>
            <a:ext cx="190195" cy="152705"/>
          </a:xfrm>
          <a:prstGeom prst="rect">
            <a:avLst/>
          </a:prstGeom>
        </p:spPr>
      </p:pic>
      <p:sp>
        <p:nvSpPr>
          <p:cNvPr id="73" name="Text 42"/>
          <p:cNvSpPr txBox="1"/>
          <p:nvPr/>
        </p:nvSpPr>
        <p:spPr>
          <a:xfrm>
            <a:off x="10030968" y="276149"/>
            <a:ext cx="14484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Flusso Dati Integrato</a:t>
            </a:r>
            <a:endParaRPr lang="en-US" sz="1000" dirty="0"/>
          </a:p>
        </p:txBody>
      </p:sp>
      <p:pic>
        <p:nvPicPr>
          <p:cNvPr id="81" name="Immagine 80">
            <a:extLst>
              <a:ext uri="{FF2B5EF4-FFF2-40B4-BE49-F238E27FC236}">
                <a16:creationId xmlns:a16="http://schemas.microsoft.com/office/drawing/2014/main" id="{3B7EAA6D-53B3-A159-86C2-ADB024ED10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81" y="1019556"/>
            <a:ext cx="11992437" cy="579089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47395"/>
            <a:ext cx="12191695" cy="7144207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 t="-4" b="-4"/>
          <a:stretch/>
        </p:blipFill>
        <p:spPr>
          <a:xfrm>
            <a:off x="0" y="647395"/>
            <a:ext cx="12191695" cy="714420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398" b="-398"/>
          <a:stretch/>
        </p:blipFill>
        <p:spPr>
          <a:xfrm>
            <a:off x="1218895" y="4209898"/>
            <a:ext cx="9753905" cy="192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4"/>
          <p:cNvSpPr/>
          <p:nvPr/>
        </p:nvSpPr>
        <p:spPr>
          <a:xfrm>
            <a:off x="0" y="608990"/>
            <a:ext cx="12191695" cy="38405"/>
          </a:xfrm>
          <a:prstGeom prst="rect">
            <a:avLst/>
          </a:prstGeom>
          <a:solidFill>
            <a:srgbClr val="6264A7"/>
          </a:solidFill>
          <a:ln w="12700">
            <a:solidFill>
              <a:srgbClr val="6264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 txBox="1"/>
          <p:nvPr/>
        </p:nvSpPr>
        <p:spPr>
          <a:xfrm>
            <a:off x="571500" y="0"/>
            <a:ext cx="3886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Integrazione Ecosistema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71500" y="228600"/>
            <a:ext cx="444307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Integrate Comuni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9763963" y="123444"/>
            <a:ext cx="1857146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964217" y="228600"/>
            <a:ext cx="152705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231222" y="123444"/>
            <a:ext cx="12481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Productivity Suite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l="-12" r="-12"/>
          <a:stretch/>
        </p:blipFill>
        <p:spPr>
          <a:xfrm>
            <a:off x="1476756" y="1028700"/>
            <a:ext cx="2095805" cy="3047695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2238451" y="1276502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6264A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2333549" y="1410005"/>
            <a:ext cx="381305" cy="30449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719986" y="1990649"/>
            <a:ext cx="1617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Microsoft Teams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1632204" y="2382012"/>
            <a:ext cx="1783080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L'hub centrale dove convergono tutte le altre app per la collaborazione in tempo reale.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1666951" y="3573475"/>
            <a:ext cx="1714500" cy="314554"/>
          </a:xfrm>
          <a:prstGeom prst="roundRect">
            <a:avLst>
              <a:gd name="adj" fmla="val 52854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3"/>
          <p:cNvSpPr/>
          <p:nvPr/>
        </p:nvSpPr>
        <p:spPr>
          <a:xfrm>
            <a:off x="1666951" y="3573475"/>
            <a:ext cx="28346" cy="314554"/>
          </a:xfrm>
          <a:prstGeom prst="roundRect">
            <a:avLst>
              <a:gd name="adj" fmla="val 586519"/>
            </a:avLst>
          </a:prstGeom>
          <a:solidFill>
            <a:srgbClr val="6264A7"/>
          </a:solidFill>
          <a:ln w="12700">
            <a:solidFill>
              <a:srgbClr val="6264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4"/>
          <p:cNvSpPr txBox="1"/>
          <p:nvPr/>
        </p:nvSpPr>
        <p:spPr>
          <a:xfrm>
            <a:off x="1755648" y="3573475"/>
            <a:ext cx="1659636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Punto di accesso unico </a:t>
            </a:r>
            <a:endParaRPr lang="en-US" sz="8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911096" y="3667658"/>
            <a:ext cx="123444" cy="123444"/>
          </a:xfrm>
          <a:prstGeom prst="rect">
            <a:avLst/>
          </a:prstGeom>
        </p:spPr>
      </p:pic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rcRect l="-12" r="-12"/>
          <a:stretch/>
        </p:blipFill>
        <p:spPr>
          <a:xfrm>
            <a:off x="3857854" y="1028700"/>
            <a:ext cx="2095805" cy="3047695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4619549" y="1276502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00A1F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rcRect l="-90" r="-90"/>
          <a:stretch/>
        </p:blipFill>
        <p:spPr>
          <a:xfrm>
            <a:off x="4714646" y="1410005"/>
            <a:ext cx="381305" cy="30449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4453128" y="1990649"/>
            <a:ext cx="905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OneDrive</a:t>
            </a:r>
            <a:endParaRPr lang="en-US" sz="1300" dirty="0"/>
          </a:p>
        </p:txBody>
      </p:sp>
      <p:sp>
        <p:nvSpPr>
          <p:cNvPr id="27" name="Text 17"/>
          <p:cNvSpPr txBox="1"/>
          <p:nvPr/>
        </p:nvSpPr>
        <p:spPr>
          <a:xfrm>
            <a:off x="4014216" y="2382012"/>
            <a:ext cx="1783080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Gestisce i file condivisi nelle chat private e lo spazio personale.</a:t>
            </a:r>
            <a:endParaRPr lang="en-US" sz="1000" dirty="0"/>
          </a:p>
        </p:txBody>
      </p:sp>
      <p:sp>
        <p:nvSpPr>
          <p:cNvPr id="28" name="Shape 18"/>
          <p:cNvSpPr/>
          <p:nvPr/>
        </p:nvSpPr>
        <p:spPr>
          <a:xfrm>
            <a:off x="4048049" y="3573475"/>
            <a:ext cx="1714500" cy="314554"/>
          </a:xfrm>
          <a:prstGeom prst="roundRect">
            <a:avLst>
              <a:gd name="adj" fmla="val 52854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Shape 19"/>
          <p:cNvSpPr/>
          <p:nvPr/>
        </p:nvSpPr>
        <p:spPr>
          <a:xfrm>
            <a:off x="4048049" y="3573475"/>
            <a:ext cx="28346" cy="314554"/>
          </a:xfrm>
          <a:prstGeom prst="roundRect">
            <a:avLst>
              <a:gd name="adj" fmla="val 586519"/>
            </a:avLst>
          </a:prstGeom>
          <a:solidFill>
            <a:srgbClr val="6264A7"/>
          </a:solidFill>
          <a:ln w="12700">
            <a:solidFill>
              <a:srgbClr val="6264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0"/>
          <p:cNvSpPr txBox="1"/>
          <p:nvPr/>
        </p:nvSpPr>
        <p:spPr>
          <a:xfrm>
            <a:off x="4137660" y="3573475"/>
            <a:ext cx="1659636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Storage file chat 1:1 </a:t>
            </a:r>
            <a:endParaRPr lang="en-US" sz="8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1"/>
          <a:srcRect t="-2012" b="-2012"/>
          <a:stretch/>
        </p:blipFill>
        <p:spPr>
          <a:xfrm>
            <a:off x="4364431" y="3667658"/>
            <a:ext cx="133502" cy="123444"/>
          </a:xfrm>
          <a:prstGeom prst="rect">
            <a:avLst/>
          </a:prstGeom>
        </p:spPr>
      </p:pic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2"/>
          <a:srcRect l="-12" r="-12"/>
          <a:stretch/>
        </p:blipFill>
        <p:spPr>
          <a:xfrm>
            <a:off x="6238951" y="1028700"/>
            <a:ext cx="2095805" cy="3047695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7000646" y="1276502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00827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134149" y="1410005"/>
            <a:ext cx="304495" cy="304495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6751930" y="1990649"/>
            <a:ext cx="1078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SharePoint</a:t>
            </a:r>
            <a:endParaRPr lang="en-US" sz="1300" dirty="0"/>
          </a:p>
        </p:txBody>
      </p:sp>
      <p:sp>
        <p:nvSpPr>
          <p:cNvPr id="36" name="Text 23"/>
          <p:cNvSpPr txBox="1"/>
          <p:nvPr/>
        </p:nvSpPr>
        <p:spPr>
          <a:xfrm>
            <a:off x="6395314" y="2382012"/>
            <a:ext cx="1783080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Archivia i documenti dei canali Teams e fornisce pagine intranet.</a:t>
            </a:r>
            <a:endParaRPr lang="en-US" sz="1000" dirty="0"/>
          </a:p>
        </p:txBody>
      </p:sp>
      <p:sp>
        <p:nvSpPr>
          <p:cNvPr id="37" name="Shape 24"/>
          <p:cNvSpPr/>
          <p:nvPr/>
        </p:nvSpPr>
        <p:spPr>
          <a:xfrm>
            <a:off x="6429146" y="3573475"/>
            <a:ext cx="1714500" cy="314554"/>
          </a:xfrm>
          <a:prstGeom prst="roundRect">
            <a:avLst>
              <a:gd name="adj" fmla="val 52854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25"/>
          <p:cNvSpPr/>
          <p:nvPr/>
        </p:nvSpPr>
        <p:spPr>
          <a:xfrm>
            <a:off x="6429146" y="3573475"/>
            <a:ext cx="28346" cy="314554"/>
          </a:xfrm>
          <a:prstGeom prst="roundRect">
            <a:avLst>
              <a:gd name="adj" fmla="val 586519"/>
            </a:avLst>
          </a:prstGeom>
          <a:solidFill>
            <a:srgbClr val="6264A7"/>
          </a:solidFill>
          <a:ln w="12700">
            <a:solidFill>
              <a:srgbClr val="6264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6"/>
          <p:cNvSpPr txBox="1"/>
          <p:nvPr/>
        </p:nvSpPr>
        <p:spPr>
          <a:xfrm>
            <a:off x="6518758" y="3573475"/>
            <a:ext cx="1659636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Storage file Team </a:t>
            </a:r>
            <a:endParaRPr lang="en-US" sz="80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4"/>
          <a:srcRect t="-1359" b="-1359"/>
          <a:stretch/>
        </p:blipFill>
        <p:spPr>
          <a:xfrm>
            <a:off x="6817766" y="3667658"/>
            <a:ext cx="105156" cy="123444"/>
          </a:xfrm>
          <a:prstGeom prst="rect">
            <a:avLst/>
          </a:prstGeom>
        </p:spPr>
      </p:pic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15"/>
          <a:srcRect l="-12" r="-12"/>
          <a:stretch/>
        </p:blipFill>
        <p:spPr>
          <a:xfrm>
            <a:off x="8620049" y="1028700"/>
            <a:ext cx="2095805" cy="3047695"/>
          </a:xfrm>
          <a:prstGeom prst="rect">
            <a:avLst/>
          </a:prstGeom>
        </p:spPr>
      </p:pic>
      <p:sp>
        <p:nvSpPr>
          <p:cNvPr id="42" name="Shape 27"/>
          <p:cNvSpPr/>
          <p:nvPr/>
        </p:nvSpPr>
        <p:spPr>
          <a:xfrm>
            <a:off x="9381744" y="1276502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31752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43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9515246" y="1410005"/>
            <a:ext cx="304495" cy="304495"/>
          </a:xfrm>
          <a:prstGeom prst="rect">
            <a:avLst/>
          </a:prstGeom>
        </p:spPr>
      </p:pic>
      <p:sp>
        <p:nvSpPr>
          <p:cNvPr id="44" name="Text 28"/>
          <p:cNvSpPr txBox="1"/>
          <p:nvPr/>
        </p:nvSpPr>
        <p:spPr>
          <a:xfrm>
            <a:off x="9286646" y="1990649"/>
            <a:ext cx="7717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Planner</a:t>
            </a:r>
            <a:endParaRPr lang="en-US" sz="1300" dirty="0"/>
          </a:p>
        </p:txBody>
      </p:sp>
      <p:sp>
        <p:nvSpPr>
          <p:cNvPr id="45" name="Text 29"/>
          <p:cNvSpPr txBox="1"/>
          <p:nvPr/>
        </p:nvSpPr>
        <p:spPr>
          <a:xfrm>
            <a:off x="8776411" y="2382012"/>
            <a:ext cx="1783080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attività di gruppo, scadenze e assegnazioni visualizzate in Teams.</a:t>
            </a:r>
            <a:endParaRPr lang="en-US" sz="1000" dirty="0"/>
          </a:p>
        </p:txBody>
      </p:sp>
      <p:sp>
        <p:nvSpPr>
          <p:cNvPr id="46" name="Shape 30"/>
          <p:cNvSpPr/>
          <p:nvPr/>
        </p:nvSpPr>
        <p:spPr>
          <a:xfrm>
            <a:off x="8810244" y="3573475"/>
            <a:ext cx="1714500" cy="314554"/>
          </a:xfrm>
          <a:prstGeom prst="roundRect">
            <a:avLst>
              <a:gd name="adj" fmla="val 52854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7" name="Shape 31"/>
          <p:cNvSpPr/>
          <p:nvPr/>
        </p:nvSpPr>
        <p:spPr>
          <a:xfrm>
            <a:off x="8810244" y="3573475"/>
            <a:ext cx="28346" cy="314554"/>
          </a:xfrm>
          <a:prstGeom prst="roundRect">
            <a:avLst>
              <a:gd name="adj" fmla="val 586519"/>
            </a:avLst>
          </a:prstGeom>
          <a:solidFill>
            <a:srgbClr val="6264A7"/>
          </a:solidFill>
          <a:ln w="12700">
            <a:solidFill>
              <a:srgbClr val="6264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32"/>
          <p:cNvSpPr txBox="1"/>
          <p:nvPr/>
        </p:nvSpPr>
        <p:spPr>
          <a:xfrm>
            <a:off x="8899855" y="3573475"/>
            <a:ext cx="1659636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Schede Kanban nei canali </a:t>
            </a:r>
            <a:endParaRPr lang="en-US" sz="800" dirty="0"/>
          </a:p>
        </p:txBody>
      </p:sp>
      <p:pic>
        <p:nvPicPr>
          <p:cNvPr id="49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988552" y="3667658"/>
            <a:ext cx="123444" cy="123444"/>
          </a:xfrm>
          <a:prstGeom prst="rect">
            <a:avLst/>
          </a:prstGeom>
        </p:spPr>
      </p:pic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8"/>
          <a:srcRect l="-12" r="-12"/>
          <a:stretch/>
        </p:blipFill>
        <p:spPr>
          <a:xfrm>
            <a:off x="5048402" y="4362602"/>
            <a:ext cx="2095805" cy="3047695"/>
          </a:xfrm>
          <a:prstGeom prst="rect">
            <a:avLst/>
          </a:prstGeom>
        </p:spPr>
      </p:pic>
      <p:sp>
        <p:nvSpPr>
          <p:cNvPr id="51" name="Shape 33"/>
          <p:cNvSpPr/>
          <p:nvPr/>
        </p:nvSpPr>
        <p:spPr>
          <a:xfrm>
            <a:off x="5810098" y="461040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3A96D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2" name="Image 16" descr="preencoded.png"/>
          <p:cNvPicPr>
            <a:picLocks noChangeAspect="1"/>
          </p:cNvPicPr>
          <p:nvPr/>
        </p:nvPicPr>
        <p:blipFill>
          <a:blip r:embed="rId19"/>
          <a:srcRect l="-107" r="-107"/>
          <a:stretch/>
        </p:blipFill>
        <p:spPr>
          <a:xfrm>
            <a:off x="5962802" y="4743907"/>
            <a:ext cx="267005" cy="304495"/>
          </a:xfrm>
          <a:prstGeom prst="rect">
            <a:avLst/>
          </a:prstGeom>
        </p:spPr>
      </p:pic>
      <p:sp>
        <p:nvSpPr>
          <p:cNvPr id="53" name="Text 34"/>
          <p:cNvSpPr txBox="1"/>
          <p:nvPr/>
        </p:nvSpPr>
        <p:spPr>
          <a:xfrm>
            <a:off x="5808269" y="5324551"/>
            <a:ext cx="5815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Do</a:t>
            </a:r>
            <a:endParaRPr lang="en-US" sz="1300" dirty="0"/>
          </a:p>
        </p:txBody>
      </p:sp>
      <p:sp>
        <p:nvSpPr>
          <p:cNvPr id="54" name="Text 35"/>
          <p:cNvSpPr txBox="1"/>
          <p:nvPr/>
        </p:nvSpPr>
        <p:spPr>
          <a:xfrm>
            <a:off x="5204765" y="5715914"/>
            <a:ext cx="1783080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Aggrega i task personali, incluse le email contrassegnate e i task di Planner.</a:t>
            </a:r>
            <a:endParaRPr lang="en-US" sz="1000" dirty="0"/>
          </a:p>
        </p:txBody>
      </p:sp>
      <p:sp>
        <p:nvSpPr>
          <p:cNvPr id="55" name="Shape 36"/>
          <p:cNvSpPr/>
          <p:nvPr/>
        </p:nvSpPr>
        <p:spPr>
          <a:xfrm>
            <a:off x="5238598" y="6907378"/>
            <a:ext cx="1714500" cy="314554"/>
          </a:xfrm>
          <a:prstGeom prst="roundRect">
            <a:avLst>
              <a:gd name="adj" fmla="val 52854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6" name="Shape 37"/>
          <p:cNvSpPr/>
          <p:nvPr/>
        </p:nvSpPr>
        <p:spPr>
          <a:xfrm>
            <a:off x="5238598" y="6907378"/>
            <a:ext cx="28346" cy="314554"/>
          </a:xfrm>
          <a:prstGeom prst="roundRect">
            <a:avLst>
              <a:gd name="adj" fmla="val 586519"/>
            </a:avLst>
          </a:prstGeom>
          <a:solidFill>
            <a:srgbClr val="6264A7"/>
          </a:solidFill>
          <a:ln w="12700">
            <a:solidFill>
              <a:srgbClr val="6264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Text 38"/>
          <p:cNvSpPr txBox="1"/>
          <p:nvPr/>
        </p:nvSpPr>
        <p:spPr>
          <a:xfrm>
            <a:off x="5328209" y="6907378"/>
            <a:ext cx="1659636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Vista "Tasks by Planner" </a:t>
            </a:r>
            <a:endParaRPr lang="en-US" sz="800" dirty="0"/>
          </a:p>
        </p:txBody>
      </p:sp>
      <p:pic>
        <p:nvPicPr>
          <p:cNvPr id="58" name="Image 1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5456225" y="7001561"/>
            <a:ext cx="123444" cy="12344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905902" y="3524098"/>
            <a:ext cx="4762195" cy="4762195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402" y="3581705"/>
            <a:ext cx="2800807" cy="2800807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4864" b="-4864"/>
          <a:stretch/>
        </p:blipFill>
        <p:spPr>
          <a:xfrm>
            <a:off x="7886700" y="476402"/>
            <a:ext cx="3353105" cy="294345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01598" y="2034540"/>
            <a:ext cx="1039581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Rapido: Navigazione nel Portale</a:t>
            </a:r>
            <a:endParaRPr lang="en-US" sz="3600" dirty="0"/>
          </a:p>
        </p:txBody>
      </p:sp>
      <p:sp>
        <p:nvSpPr>
          <p:cNvPr id="9" name="Shape 5"/>
          <p:cNvSpPr/>
          <p:nvPr/>
        </p:nvSpPr>
        <p:spPr>
          <a:xfrm>
            <a:off x="4777740" y="1417320"/>
            <a:ext cx="2638044" cy="428854"/>
          </a:xfrm>
          <a:prstGeom prst="roundRect">
            <a:avLst>
              <a:gd name="adj" fmla="val 142146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 txBox="1"/>
          <p:nvPr/>
        </p:nvSpPr>
        <p:spPr>
          <a:xfrm>
            <a:off x="4740250" y="1417320"/>
            <a:ext cx="271485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35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Quiz Navigazione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1403" r="-1403"/>
          <a:stretch/>
        </p:blipFill>
        <p:spPr>
          <a:xfrm>
            <a:off x="4968850" y="1535278"/>
            <a:ext cx="209398" cy="181051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l="-11" r="-11"/>
          <a:stretch/>
        </p:blipFill>
        <p:spPr>
          <a:xfrm>
            <a:off x="774497" y="3000146"/>
            <a:ext cx="3467405" cy="249997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800246" y="2856586"/>
            <a:ext cx="381305" cy="3813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8"/>
          <p:cNvSpPr/>
          <p:nvPr/>
        </p:nvSpPr>
        <p:spPr>
          <a:xfrm>
            <a:off x="2258568" y="3320186"/>
            <a:ext cx="504749" cy="50474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9"/>
          <p:cNvSpPr txBox="1"/>
          <p:nvPr/>
        </p:nvSpPr>
        <p:spPr>
          <a:xfrm>
            <a:off x="2229307" y="3320186"/>
            <a:ext cx="562356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7C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1364285" y="4019702"/>
            <a:ext cx="2296058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Riunioni video?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l="-11" r="-11"/>
          <a:stretch/>
        </p:blipFill>
        <p:spPr>
          <a:xfrm>
            <a:off x="4362602" y="3000146"/>
            <a:ext cx="3467405" cy="249997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7388352" y="2856586"/>
            <a:ext cx="381305" cy="3813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2"/>
          <p:cNvSpPr/>
          <p:nvPr/>
        </p:nvSpPr>
        <p:spPr>
          <a:xfrm>
            <a:off x="5845759" y="3320186"/>
            <a:ext cx="504749" cy="50474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3"/>
          <p:cNvSpPr txBox="1"/>
          <p:nvPr/>
        </p:nvSpPr>
        <p:spPr>
          <a:xfrm>
            <a:off x="5817413" y="3320186"/>
            <a:ext cx="562356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7C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4924958" y="4019702"/>
            <a:ext cx="2343607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Aprire file OneDrive?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rcRect l="-11" r="-11"/>
          <a:stretch/>
        </p:blipFill>
        <p:spPr>
          <a:xfrm>
            <a:off x="7950708" y="3000146"/>
            <a:ext cx="3467405" cy="249997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10976458" y="2856586"/>
            <a:ext cx="381305" cy="3813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16"/>
          <p:cNvSpPr/>
          <p:nvPr/>
        </p:nvSpPr>
        <p:spPr>
          <a:xfrm>
            <a:off x="9433865" y="3320186"/>
            <a:ext cx="504749" cy="50474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17"/>
          <p:cNvSpPr txBox="1"/>
          <p:nvPr/>
        </p:nvSpPr>
        <p:spPr>
          <a:xfrm>
            <a:off x="9405518" y="3320186"/>
            <a:ext cx="562356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7C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8442655" y="4019702"/>
            <a:ext cx="2486254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Come aprire Word Online?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65FA2BF8-C99E-3669-CCB6-892D9B3A15A2}"/>
              </a:ext>
            </a:extLst>
          </p:cNvPr>
          <p:cNvSpPr txBox="1"/>
          <p:nvPr/>
        </p:nvSpPr>
        <p:spPr>
          <a:xfrm>
            <a:off x="1392632" y="4217213"/>
            <a:ext cx="2296058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Utilizzando </a:t>
            </a: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Teams</a:t>
            </a:r>
            <a:endParaRPr lang="en-US" sz="1400" dirty="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DE511DEE-F3D1-2BB9-4731-79C0B163FC38}"/>
              </a:ext>
            </a:extLst>
          </p:cNvPr>
          <p:cNvSpPr txBox="1"/>
          <p:nvPr/>
        </p:nvSpPr>
        <p:spPr>
          <a:xfrm>
            <a:off x="4940149" y="4171950"/>
            <a:ext cx="2343607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Dalla </a:t>
            </a: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Home</a:t>
            </a: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 tramite </a:t>
            </a: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Ricerca</a:t>
            </a:r>
            <a:endParaRPr lang="en-US" sz="1400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A4446CC0-513B-F94B-A676-FC69A02BDC10}"/>
              </a:ext>
            </a:extLst>
          </p:cNvPr>
          <p:cNvSpPr txBox="1"/>
          <p:nvPr/>
        </p:nvSpPr>
        <p:spPr>
          <a:xfrm>
            <a:off x="8407554" y="4164165"/>
            <a:ext cx="2486254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 </a:t>
            </a: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Launcher</a:t>
            </a: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(Waffle)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 animBg="1"/>
      <p:bldP spid="3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556309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43407" y="1728216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1328" b="-1328"/>
          <a:stretch/>
        </p:blipFill>
        <p:spPr>
          <a:xfrm>
            <a:off x="847649" y="1842516"/>
            <a:ext cx="219456" cy="2002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43254" y="1728216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Gestione Dati Personali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343254" y="2006194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Aggiorna le informazioni di contatto, ruolo e bio per essere facilmente reperibile dai colleghi nell'organizzazione.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2730398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743407" y="2902306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7707" y="3016606"/>
            <a:ext cx="200254" cy="20025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43254" y="2902306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Sicurezza e Password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343254" y="3180283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 la tua password, gestisci i metodi di autenticazione a due fattori (MFA) e visualizza gli accessi recenti.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1500" y="3905402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43407" y="4076395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507" b="-507"/>
          <a:stretch/>
        </p:blipFill>
        <p:spPr>
          <a:xfrm>
            <a:off x="833018" y="4190695"/>
            <a:ext cx="247802" cy="20025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43254" y="4076395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Lingua e Tema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343254" y="4355287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Personalizza l'esperienza visiva scegliendo la lingua dell'interfaccia, il fuso orario e il tema (chiaro/scuro).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71500" y="5079492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743407" y="5251399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t="-1328" b="-1328"/>
          <a:stretch/>
        </p:blipFill>
        <p:spPr>
          <a:xfrm>
            <a:off x="847649" y="5365699"/>
            <a:ext cx="219456" cy="20025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43254" y="5251399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Visibilità Profilo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343254" y="5529377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Decidi quali informazioni condividere pubblicamente e personalizza l'immagine del profilo visibile in Teams e Outlook.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639105" y="1047902"/>
            <a:ext cx="1904695" cy="1904695"/>
          </a:xfrm>
          <a:prstGeom prst="roundRect">
            <a:avLst>
              <a:gd name="adj" fmla="val 4801"/>
            </a:avLst>
          </a:prstGeom>
          <a:solidFill>
            <a:srgbClr val="FFEBD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0"/>
          <p:cNvSpPr/>
          <p:nvPr/>
        </p:nvSpPr>
        <p:spPr>
          <a:xfrm>
            <a:off x="9239098" y="4095598"/>
            <a:ext cx="2857500" cy="2857500"/>
          </a:xfrm>
          <a:prstGeom prst="ellipse">
            <a:avLst/>
          </a:prstGeom>
          <a:solidFill>
            <a:srgbClr val="CFE6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2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3"/>
          <p:cNvSpPr txBox="1"/>
          <p:nvPr/>
        </p:nvSpPr>
        <p:spPr>
          <a:xfrm>
            <a:off x="571500" y="152705"/>
            <a:ext cx="38578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Account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71500" y="381305"/>
            <a:ext cx="486826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Profilo e Impostazioni</a:t>
            </a:r>
            <a:endParaRPr lang="en-US" sz="2700" dirty="0"/>
          </a:p>
        </p:txBody>
      </p:sp>
      <p:sp>
        <p:nvSpPr>
          <p:cNvPr id="31" name="Shape 25"/>
          <p:cNvSpPr/>
          <p:nvPr/>
        </p:nvSpPr>
        <p:spPr>
          <a:xfrm>
            <a:off x="10106863" y="276149"/>
            <a:ext cx="1514246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10306202" y="381305"/>
            <a:ext cx="190195" cy="152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611612" y="276149"/>
            <a:ext cx="8668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tuo Spazio</a:t>
            </a:r>
            <a:endParaRPr lang="en-US" sz="1000" dirty="0"/>
          </a:p>
        </p:txBody>
      </p:sp>
      <p:pic>
        <p:nvPicPr>
          <p:cNvPr id="72" name="Immagine 71">
            <a:extLst>
              <a:ext uri="{FF2B5EF4-FFF2-40B4-BE49-F238E27FC236}">
                <a16:creationId xmlns:a16="http://schemas.microsoft.com/office/drawing/2014/main" id="{578D4B78-0C7E-5BA1-8D92-3ECA39D63D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8726" y="2009057"/>
            <a:ext cx="5699254" cy="364724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904695"/>
            <a:ext cx="2553005" cy="4000500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3" b="-393"/>
          <a:stretch/>
        </p:blipFill>
        <p:spPr>
          <a:xfrm>
            <a:off x="580644" y="1914754"/>
            <a:ext cx="2529230" cy="576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8154" y="3343046"/>
            <a:ext cx="21396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Dati Personali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80898" y="3806647"/>
            <a:ext cx="21342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Informazioni anagrafiche, ruolo aziendale, contatti e dettagli visibili nell'organizzazione.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80898" y="5234940"/>
            <a:ext cx="2134210" cy="333756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 &amp; Contatti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2644" b="-2644"/>
          <a:stretch/>
        </p:blipFill>
        <p:spPr>
          <a:xfrm>
            <a:off x="1205179" y="5327294"/>
            <a:ext cx="142646" cy="13350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05226" y="1904695"/>
            <a:ext cx="2553005" cy="4000500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393" b="-393"/>
          <a:stretch/>
        </p:blipFill>
        <p:spPr>
          <a:xfrm>
            <a:off x="3414370" y="1914754"/>
            <a:ext cx="2529230" cy="5760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611880" y="3343046"/>
            <a:ext cx="21396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Password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3614623" y="3806647"/>
            <a:ext cx="21342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 credenziali di accesso, gestione MFA e verifica attività recenti per sicurezza.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3614623" y="5234940"/>
            <a:ext cx="2134210" cy="333756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Sicurezza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189781" y="5327294"/>
            <a:ext cx="133502" cy="13350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38951" y="1904695"/>
            <a:ext cx="2553005" cy="4000500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t="-393" b="-393"/>
          <a:stretch/>
        </p:blipFill>
        <p:spPr>
          <a:xfrm>
            <a:off x="6248095" y="1914754"/>
            <a:ext cx="2529230" cy="5760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445606" y="3343046"/>
            <a:ext cx="21396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Preferenze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6448349" y="3806647"/>
            <a:ext cx="21342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Impostazione lingua interfaccia, fuso orario, formato data e tema visivo (chiaro/scuro).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6448349" y="5234940"/>
            <a:ext cx="2134210" cy="333756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Lingua &amp; Tema</a:t>
            </a: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877203" y="5327294"/>
            <a:ext cx="133502" cy="13350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072677" y="1904695"/>
            <a:ext cx="2553005" cy="4000500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rcRect t="-393" b="-393"/>
          <a:stretch/>
        </p:blipFill>
        <p:spPr>
          <a:xfrm>
            <a:off x="9081821" y="1914754"/>
            <a:ext cx="2529230" cy="57607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9279331" y="3343046"/>
            <a:ext cx="21396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Foto Profilo</a:t>
            </a:r>
            <a:endParaRPr lang="en-US" sz="1600" dirty="0"/>
          </a:p>
        </p:txBody>
      </p:sp>
      <p:sp>
        <p:nvSpPr>
          <p:cNvPr id="26" name="Text 17"/>
          <p:cNvSpPr txBox="1"/>
          <p:nvPr/>
        </p:nvSpPr>
        <p:spPr>
          <a:xfrm>
            <a:off x="9282074" y="3806647"/>
            <a:ext cx="21342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Caricamento e aggiornamento immagine personale per essere riconoscibili dai colleghi.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9282074" y="5234940"/>
            <a:ext cx="2134210" cy="333756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Identità Visiva</a:t>
            </a:r>
            <a:endParaRPr lang="en-US" sz="10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732874" y="5327294"/>
            <a:ext cx="133502" cy="133502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2348179" y="1723644"/>
            <a:ext cx="952805" cy="952805"/>
          </a:xfrm>
          <a:prstGeom prst="ellipse">
            <a:avLst/>
          </a:prstGeom>
          <a:solidFill>
            <a:srgbClr val="0078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0"/>
          <p:cNvSpPr/>
          <p:nvPr/>
        </p:nvSpPr>
        <p:spPr>
          <a:xfrm>
            <a:off x="5181905" y="1723644"/>
            <a:ext cx="952805" cy="952805"/>
          </a:xfrm>
          <a:prstGeom prst="ellipse">
            <a:avLst/>
          </a:prstGeom>
          <a:solidFill>
            <a:srgbClr val="107C1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1"/>
          <p:cNvSpPr/>
          <p:nvPr/>
        </p:nvSpPr>
        <p:spPr>
          <a:xfrm>
            <a:off x="8015630" y="1723644"/>
            <a:ext cx="952805" cy="952805"/>
          </a:xfrm>
          <a:prstGeom prst="ellipse">
            <a:avLst/>
          </a:prstGeom>
          <a:solidFill>
            <a:srgbClr val="D83B0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22"/>
          <p:cNvSpPr/>
          <p:nvPr/>
        </p:nvSpPr>
        <p:spPr>
          <a:xfrm>
            <a:off x="10849356" y="1723644"/>
            <a:ext cx="952805" cy="952805"/>
          </a:xfrm>
          <a:prstGeom prst="ellipse">
            <a:avLst/>
          </a:prstGeom>
          <a:solidFill>
            <a:srgbClr val="8764B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23"/>
          <p:cNvSpPr/>
          <p:nvPr/>
        </p:nvSpPr>
        <p:spPr>
          <a:xfrm>
            <a:off x="1416406" y="2247595"/>
            <a:ext cx="857707" cy="857707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1"/>
          <a:srcRect l="-40" r="-40"/>
          <a:stretch/>
        </p:blipFill>
        <p:spPr>
          <a:xfrm>
            <a:off x="1702613" y="2486254"/>
            <a:ext cx="286207" cy="381305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4250131" y="2247595"/>
            <a:ext cx="857707" cy="857707"/>
          </a:xfrm>
          <a:prstGeom prst="ellipse">
            <a:avLst/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488790" y="2486254"/>
            <a:ext cx="381305" cy="381305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7083857" y="2247595"/>
            <a:ext cx="857707" cy="857707"/>
          </a:xfrm>
          <a:prstGeom prst="ellipse">
            <a:avLst/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322515" y="2486254"/>
            <a:ext cx="381305" cy="381305"/>
          </a:xfrm>
          <a:prstGeom prst="rect">
            <a:avLst/>
          </a:prstGeom>
        </p:spPr>
      </p:pic>
      <p:sp>
        <p:nvSpPr>
          <p:cNvPr id="39" name="Shape 26"/>
          <p:cNvSpPr/>
          <p:nvPr/>
        </p:nvSpPr>
        <p:spPr>
          <a:xfrm>
            <a:off x="9917582" y="2247595"/>
            <a:ext cx="857707" cy="857707"/>
          </a:xfrm>
          <a:prstGeom prst="ellipse">
            <a:avLst/>
          </a:prstGeom>
          <a:solidFill>
            <a:srgbClr val="F6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156241" y="2486254"/>
            <a:ext cx="381305" cy="381305"/>
          </a:xfrm>
          <a:prstGeom prst="rect">
            <a:avLst/>
          </a:prstGeom>
        </p:spPr>
      </p:pic>
      <p:sp>
        <p:nvSpPr>
          <p:cNvPr id="41" name="Shape 27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Shape 28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29"/>
          <p:cNvSpPr txBox="1"/>
          <p:nvPr/>
        </p:nvSpPr>
        <p:spPr>
          <a:xfrm>
            <a:off x="571500" y="152705"/>
            <a:ext cx="40197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Profilo Utente</a:t>
            </a:r>
            <a:endParaRPr lang="en-US" sz="1000" dirty="0"/>
          </a:p>
        </p:txBody>
      </p:sp>
      <p:sp>
        <p:nvSpPr>
          <p:cNvPr id="44" name="Text 30"/>
          <p:cNvSpPr txBox="1"/>
          <p:nvPr/>
        </p:nvSpPr>
        <p:spPr>
          <a:xfrm>
            <a:off x="571500" y="381305"/>
            <a:ext cx="46552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Area Gestione Account</a:t>
            </a:r>
            <a:endParaRPr lang="en-US" sz="2700" dirty="0"/>
          </a:p>
        </p:txBody>
      </p:sp>
      <p:sp>
        <p:nvSpPr>
          <p:cNvPr id="45" name="Shape 31"/>
          <p:cNvSpPr/>
          <p:nvPr/>
        </p:nvSpPr>
        <p:spPr>
          <a:xfrm>
            <a:off x="10051999" y="276149"/>
            <a:ext cx="1571854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5"/>
          <a:srcRect t="-180" b="-180"/>
          <a:stretch/>
        </p:blipFill>
        <p:spPr>
          <a:xfrm>
            <a:off x="10252253" y="381305"/>
            <a:ext cx="190195" cy="152705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10556748" y="276149"/>
            <a:ext cx="9244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Impostazioni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744468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5"/>
          <p:cNvSpPr txBox="1"/>
          <p:nvPr/>
        </p:nvSpPr>
        <p:spPr>
          <a:xfrm>
            <a:off x="720547" y="3934663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MFA Attivato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24205" y="4304081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Abilita l'autenticazione a più fattori per aggiungere un ulteriore livello di protezione oltre alla password.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362810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40121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8"/>
          <p:cNvSpPr txBox="1"/>
          <p:nvPr/>
        </p:nvSpPr>
        <p:spPr>
          <a:xfrm>
            <a:off x="1948586" y="240121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19733" y="2668219"/>
            <a:ext cx="533095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744468"/>
            <a:ext cx="2438705" cy="1895551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0"/>
          <p:cNvSpPr txBox="1"/>
          <p:nvPr/>
        </p:nvSpPr>
        <p:spPr>
          <a:xfrm>
            <a:off x="3596335" y="3934663"/>
            <a:ext cx="21342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Dispositivi Autorizzati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3596335" y="4334895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 e gestisci l'elenco dei dispositivi connessi al tuo account, rimuovendo quelli non più utilizzati.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362810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40121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3"/>
          <p:cNvSpPr txBox="1"/>
          <p:nvPr/>
        </p:nvSpPr>
        <p:spPr>
          <a:xfrm>
            <a:off x="4821631" y="240121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 l="-17" r="-17"/>
          <a:stretch/>
        </p:blipFill>
        <p:spPr>
          <a:xfrm>
            <a:off x="4326026" y="2668219"/>
            <a:ext cx="666598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744468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15"/>
          <p:cNvSpPr txBox="1"/>
          <p:nvPr/>
        </p:nvSpPr>
        <p:spPr>
          <a:xfrm>
            <a:off x="6466637" y="3934663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Accessi Sospetti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6469380" y="4304081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Controlla regolarmente la cronologia degli accessi per identificare e bloccare tempestivamente attività anomale.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362810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40121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18"/>
          <p:cNvSpPr txBox="1"/>
          <p:nvPr/>
        </p:nvSpPr>
        <p:spPr>
          <a:xfrm>
            <a:off x="7693762" y="240121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 t="-12" b="-12"/>
          <a:stretch/>
        </p:blipFill>
        <p:spPr>
          <a:xfrm>
            <a:off x="7298741" y="2668219"/>
            <a:ext cx="466344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744468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0"/>
          <p:cNvSpPr txBox="1"/>
          <p:nvPr/>
        </p:nvSpPr>
        <p:spPr>
          <a:xfrm>
            <a:off x="9338767" y="3934663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Buone Pratiche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9341510" y="4304081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Utilizza password complesse, evita di condividere credenziali e mantieni aggiornati i software di sicurezza.</a:t>
            </a:r>
            <a:endParaRPr lang="en-US" sz="11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362810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40121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23"/>
          <p:cNvSpPr txBox="1"/>
          <p:nvPr/>
        </p:nvSpPr>
        <p:spPr>
          <a:xfrm>
            <a:off x="10566806" y="240121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 t="-12" b="-12"/>
          <a:stretch/>
        </p:blipFill>
        <p:spPr>
          <a:xfrm>
            <a:off x="10171786" y="2668219"/>
            <a:ext cx="466344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6"/>
          <p:cNvSpPr txBox="1"/>
          <p:nvPr/>
        </p:nvSpPr>
        <p:spPr>
          <a:xfrm>
            <a:off x="571500" y="152705"/>
            <a:ext cx="3200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Protezione e Privacy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571500" y="381305"/>
            <a:ext cx="380481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Sicurezza Account</a:t>
            </a:r>
            <a:endParaRPr lang="en-US" sz="2700" dirty="0"/>
          </a:p>
        </p:txBody>
      </p:sp>
      <p:sp>
        <p:nvSpPr>
          <p:cNvPr id="41" name="Shape 28"/>
          <p:cNvSpPr/>
          <p:nvPr/>
        </p:nvSpPr>
        <p:spPr>
          <a:xfrm>
            <a:off x="10040112" y="276149"/>
            <a:ext cx="1580998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 t="-43" b="-43"/>
          <a:stretch/>
        </p:blipFill>
        <p:spPr>
          <a:xfrm>
            <a:off x="10240366" y="381305"/>
            <a:ext cx="133502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10487254" y="276149"/>
            <a:ext cx="9912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Practices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556309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43407" y="1728216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7707" y="1842516"/>
            <a:ext cx="200254" cy="2002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43254" y="1728216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Portale Unificato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343254" y="2006194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Visualizza tutte le attività importanti in un unico punto, senza dover controllare diverse applicazioni separatamente.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2730398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743407" y="2902306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7707" y="3016606"/>
            <a:ext cx="200254" cy="20025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43254" y="2902306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Promemoria Automatici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343254" y="3180283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sistema ti ricorda scadenze imminenti, riunioni programmate e task da completare in modo proattivo.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1500" y="3905402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43407" y="4076395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4190695"/>
            <a:ext cx="200254" cy="20025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43254" y="4076395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Riduzione Email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343254" y="4355287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Sostituisce il flusso continuo di email di notifica con un pannello interattivo, riducendo il sovraccarico della casella di posta.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71500" y="5079492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743407" y="5251399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7707" y="5365699"/>
            <a:ext cx="200254" cy="20025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43254" y="5251399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 Prioritari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343254" y="5529377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 intelligente che evidenzia le notifiche urgenti e le menzioni dirette (@mention) per non perdere informazioni critiche.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639105" y="1047902"/>
            <a:ext cx="1904695" cy="1904695"/>
          </a:xfrm>
          <a:prstGeom prst="roundRect">
            <a:avLst>
              <a:gd name="adj" fmla="val 4801"/>
            </a:avLst>
          </a:prstGeom>
          <a:solidFill>
            <a:srgbClr val="FFEBD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0"/>
          <p:cNvSpPr/>
          <p:nvPr/>
        </p:nvSpPr>
        <p:spPr>
          <a:xfrm>
            <a:off x="9239098" y="4095598"/>
            <a:ext cx="2857500" cy="2857500"/>
          </a:xfrm>
          <a:prstGeom prst="ellipse">
            <a:avLst/>
          </a:prstGeom>
          <a:solidFill>
            <a:srgbClr val="CFE6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2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3"/>
          <p:cNvSpPr txBox="1"/>
          <p:nvPr/>
        </p:nvSpPr>
        <p:spPr>
          <a:xfrm>
            <a:off x="571500" y="152705"/>
            <a:ext cx="4058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Comunicazioni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71500" y="381305"/>
            <a:ext cx="50804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Notifiche Centralizzate</a:t>
            </a:r>
            <a:endParaRPr lang="en-US" sz="2700" dirty="0"/>
          </a:p>
        </p:txBody>
      </p:sp>
      <p:sp>
        <p:nvSpPr>
          <p:cNvPr id="31" name="Shape 25"/>
          <p:cNvSpPr/>
          <p:nvPr/>
        </p:nvSpPr>
        <p:spPr>
          <a:xfrm>
            <a:off x="9869119" y="276149"/>
            <a:ext cx="1752905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10069373" y="381305"/>
            <a:ext cx="133502" cy="152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316261" y="276149"/>
            <a:ext cx="11622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Centro Notifiche</a:t>
            </a:r>
            <a:endParaRPr lang="en-US" sz="1000" dirty="0"/>
          </a:p>
        </p:txBody>
      </p:sp>
      <p:pic>
        <p:nvPicPr>
          <p:cNvPr id="72" name="Immagine 71">
            <a:extLst>
              <a:ext uri="{FF2B5EF4-FFF2-40B4-BE49-F238E27FC236}">
                <a16:creationId xmlns:a16="http://schemas.microsoft.com/office/drawing/2014/main" id="{0629DF6E-B3A7-F424-3C01-85584BADD0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9069" y="1910964"/>
            <a:ext cx="5528307" cy="379646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77281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5"/>
          <p:cNvSpPr txBox="1"/>
          <p:nvPr/>
        </p:nvSpPr>
        <p:spPr>
          <a:xfrm>
            <a:off x="72054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 Connessi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24205" y="433334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Visualizza l'elenco completo di tutti i </a:t>
            </a:r>
            <a:r>
              <a:rPr lang="en-US" sz="11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dispositivi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(PC, smartphone, tablet) attualmente collegati al tuo account. 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392070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8"/>
          <p:cNvSpPr txBox="1"/>
          <p:nvPr/>
        </p:nvSpPr>
        <p:spPr>
          <a:xfrm>
            <a:off x="1948586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19733" y="2696566"/>
            <a:ext cx="533095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77281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0"/>
          <p:cNvSpPr txBox="1"/>
          <p:nvPr/>
        </p:nvSpPr>
        <p:spPr>
          <a:xfrm>
            <a:off x="3593592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Logout Remoto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3596335" y="433334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Disconnetti immediatamente qualsiasi sessione attiva con un click, bloccando l'accesso non autorizzato da remoto.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392070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3"/>
          <p:cNvSpPr txBox="1"/>
          <p:nvPr/>
        </p:nvSpPr>
        <p:spPr>
          <a:xfrm>
            <a:off x="4821631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92778" y="2696566"/>
            <a:ext cx="533095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77281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15"/>
          <p:cNvSpPr txBox="1"/>
          <p:nvPr/>
        </p:nvSpPr>
        <p:spPr>
          <a:xfrm>
            <a:off x="6361481" y="3963010"/>
            <a:ext cx="235000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Dispositivi Smarriti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6469380" y="433334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Fondamentale in caso di </a:t>
            </a:r>
            <a:r>
              <a:rPr lang="en-US" sz="1100" b="1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furto o smarrimento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impedire l'accesso ai dati aziendali sensibili. 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392070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18"/>
          <p:cNvSpPr txBox="1"/>
          <p:nvPr/>
        </p:nvSpPr>
        <p:spPr>
          <a:xfrm>
            <a:off x="7693762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265822" y="2696566"/>
            <a:ext cx="533095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77281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0"/>
          <p:cNvSpPr txBox="1"/>
          <p:nvPr/>
        </p:nvSpPr>
        <p:spPr>
          <a:xfrm>
            <a:off x="933876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Sicurezza Account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9341510" y="433334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Mantieni il controllo totale sulla sicurezza del tuo account monitorando regolarmente gli </a:t>
            </a:r>
            <a:r>
              <a:rPr lang="en-US" sz="1100" b="1" dirty="0">
                <a:solidFill>
                  <a:srgbClr val="6D28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accessi attivi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</a:t>
            </a:r>
            <a:endParaRPr lang="en-US" sz="11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392070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23"/>
          <p:cNvSpPr txBox="1"/>
          <p:nvPr/>
        </p:nvSpPr>
        <p:spPr>
          <a:xfrm>
            <a:off x="10566806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 l="-17" r="-17"/>
          <a:stretch/>
        </p:blipFill>
        <p:spPr>
          <a:xfrm>
            <a:off x="10071202" y="2696566"/>
            <a:ext cx="666598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6"/>
          <p:cNvSpPr txBox="1"/>
          <p:nvPr/>
        </p:nvSpPr>
        <p:spPr>
          <a:xfrm>
            <a:off x="571500" y="152705"/>
            <a:ext cx="3505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Sicurezza e Controllo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571500" y="381305"/>
            <a:ext cx="444307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Dispositivi</a:t>
            </a:r>
            <a:endParaRPr lang="en-US" sz="2700" dirty="0"/>
          </a:p>
        </p:txBody>
      </p:sp>
      <p:sp>
        <p:nvSpPr>
          <p:cNvPr id="41" name="Shape 28"/>
          <p:cNvSpPr/>
          <p:nvPr/>
        </p:nvSpPr>
        <p:spPr>
          <a:xfrm>
            <a:off x="9779508" y="276149"/>
            <a:ext cx="1848002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 t="-180" b="-180"/>
          <a:stretch/>
        </p:blipFill>
        <p:spPr>
          <a:xfrm>
            <a:off x="9979762" y="381305"/>
            <a:ext cx="190195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10284257" y="276149"/>
            <a:ext cx="12006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Controllo Accessi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905902" y="3524098"/>
            <a:ext cx="4762195" cy="4762195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864" b="-4864"/>
          <a:stretch/>
        </p:blipFill>
        <p:spPr>
          <a:xfrm>
            <a:off x="476402" y="3438144"/>
            <a:ext cx="3353105" cy="294345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8998" y="476402"/>
            <a:ext cx="2800807" cy="280080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461004" y="1025042"/>
            <a:ext cx="52770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 le tue conoscenze</a:t>
            </a:r>
            <a:endParaRPr lang="en-US" sz="2600" dirty="0"/>
          </a:p>
        </p:txBody>
      </p:sp>
      <p:sp>
        <p:nvSpPr>
          <p:cNvPr id="9" name="Shape 5"/>
          <p:cNvSpPr/>
          <p:nvPr/>
        </p:nvSpPr>
        <p:spPr>
          <a:xfrm>
            <a:off x="5104181" y="478231"/>
            <a:ext cx="1990649" cy="409651"/>
          </a:xfrm>
          <a:prstGeom prst="roundRect">
            <a:avLst>
              <a:gd name="adj" fmla="val 155731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 txBox="1"/>
          <p:nvPr/>
        </p:nvSpPr>
        <p:spPr>
          <a:xfrm>
            <a:off x="5065776" y="478231"/>
            <a:ext cx="2067458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835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Quiz Profilo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5294376" y="584302"/>
            <a:ext cx="190195" cy="171907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76402" y="1807769"/>
            <a:ext cx="3590849" cy="4572000"/>
          </a:xfrm>
          <a:prstGeom prst="roundRect">
            <a:avLst>
              <a:gd name="adj" fmla="val 1081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8"/>
          <p:cNvSpPr txBox="1"/>
          <p:nvPr/>
        </p:nvSpPr>
        <p:spPr>
          <a:xfrm>
            <a:off x="647395" y="2208276"/>
            <a:ext cx="324886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Cosa trovi nelle impostazioni profilo?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85800" y="4665269"/>
            <a:ext cx="3172054" cy="437998"/>
          </a:xfrm>
          <a:prstGeom prst="roundRect">
            <a:avLst>
              <a:gd name="adj" fmla="val 3630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0"/>
          <p:cNvSpPr/>
          <p:nvPr/>
        </p:nvSpPr>
        <p:spPr>
          <a:xfrm>
            <a:off x="809244" y="4770425"/>
            <a:ext cx="228600" cy="2286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1"/>
          <p:cNvSpPr txBox="1"/>
          <p:nvPr/>
        </p:nvSpPr>
        <p:spPr>
          <a:xfrm>
            <a:off x="771754" y="4770425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8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1133856" y="4781398"/>
            <a:ext cx="175747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Solo cronologia accessi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85800" y="5199278"/>
            <a:ext cx="3172054" cy="437998"/>
          </a:xfrm>
          <a:prstGeom prst="roundRect">
            <a:avLst>
              <a:gd name="adj" fmla="val 3630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4"/>
          <p:cNvSpPr/>
          <p:nvPr/>
        </p:nvSpPr>
        <p:spPr>
          <a:xfrm>
            <a:off x="809244" y="5303520"/>
            <a:ext cx="228600" cy="2286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5"/>
          <p:cNvSpPr txBox="1"/>
          <p:nvPr/>
        </p:nvSpPr>
        <p:spPr>
          <a:xfrm>
            <a:off x="771754" y="5303520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8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33856" y="5315407"/>
            <a:ext cx="12243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 file dei colleghi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85800" y="5732374"/>
            <a:ext cx="3172054" cy="437998"/>
          </a:xfrm>
          <a:prstGeom prst="roundRect">
            <a:avLst>
              <a:gd name="adj" fmla="val 36307"/>
            </a:avLst>
          </a:prstGeom>
          <a:solidFill>
            <a:srgbClr val="107C10">
              <a:alpha val="85000"/>
            </a:srgbClr>
          </a:solidFill>
          <a:ln w="12700">
            <a:solidFill>
              <a:srgbClr val="4ADE8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Text 20"/>
          <p:cNvSpPr txBox="1"/>
          <p:nvPr/>
        </p:nvSpPr>
        <p:spPr>
          <a:xfrm>
            <a:off x="1133856" y="5848502"/>
            <a:ext cx="24487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Dati personali, password, tema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302252" y="1807769"/>
            <a:ext cx="3590849" cy="4572000"/>
          </a:xfrm>
          <a:prstGeom prst="roundRect">
            <a:avLst>
              <a:gd name="adj" fmla="val 1081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2"/>
          <p:cNvSpPr txBox="1"/>
          <p:nvPr/>
        </p:nvSpPr>
        <p:spPr>
          <a:xfrm>
            <a:off x="4754880" y="2208276"/>
            <a:ext cx="26865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 proteggere l'account?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4511650" y="4665269"/>
            <a:ext cx="3172054" cy="437998"/>
          </a:xfrm>
          <a:prstGeom prst="roundRect">
            <a:avLst>
              <a:gd name="adj" fmla="val 36307"/>
            </a:avLst>
          </a:prstGeom>
          <a:solidFill>
            <a:srgbClr val="107C10">
              <a:alpha val="85000"/>
            </a:srgbClr>
          </a:solidFill>
          <a:ln w="12700">
            <a:solidFill>
              <a:srgbClr val="4ADE8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6"/>
          <p:cNvSpPr txBox="1"/>
          <p:nvPr/>
        </p:nvSpPr>
        <p:spPr>
          <a:xfrm>
            <a:off x="4959706" y="4781398"/>
            <a:ext cx="124724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Attivando l'MFA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511650" y="5199278"/>
            <a:ext cx="3172054" cy="437998"/>
          </a:xfrm>
          <a:prstGeom prst="roundRect">
            <a:avLst>
              <a:gd name="adj" fmla="val 3630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28"/>
          <p:cNvSpPr/>
          <p:nvPr/>
        </p:nvSpPr>
        <p:spPr>
          <a:xfrm>
            <a:off x="4635094" y="5303520"/>
            <a:ext cx="228600" cy="2286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29"/>
          <p:cNvSpPr txBox="1"/>
          <p:nvPr/>
        </p:nvSpPr>
        <p:spPr>
          <a:xfrm>
            <a:off x="4597603" y="5303520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8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4959706" y="5315407"/>
            <a:ext cx="218815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Usando una password '1234'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4511650" y="5732374"/>
            <a:ext cx="3172054" cy="437998"/>
          </a:xfrm>
          <a:prstGeom prst="roundRect">
            <a:avLst>
              <a:gd name="adj" fmla="val 3630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32"/>
          <p:cNvSpPr/>
          <p:nvPr/>
        </p:nvSpPr>
        <p:spPr>
          <a:xfrm>
            <a:off x="4635094" y="5836615"/>
            <a:ext cx="228600" cy="2286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3"/>
          <p:cNvSpPr txBox="1"/>
          <p:nvPr/>
        </p:nvSpPr>
        <p:spPr>
          <a:xfrm>
            <a:off x="4597603" y="5836615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8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</a:t>
            </a:r>
            <a:endParaRPr lang="en-US" sz="900" dirty="0"/>
          </a:p>
        </p:txBody>
      </p:sp>
      <p:sp>
        <p:nvSpPr>
          <p:cNvPr id="39" name="Text 34"/>
          <p:cNvSpPr txBox="1"/>
          <p:nvPr/>
        </p:nvSpPr>
        <p:spPr>
          <a:xfrm>
            <a:off x="4959706" y="5848502"/>
            <a:ext cx="188183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Disabilitando le notifiche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8128102" y="1807769"/>
            <a:ext cx="3590849" cy="4572000"/>
          </a:xfrm>
          <a:prstGeom prst="roundRect">
            <a:avLst>
              <a:gd name="adj" fmla="val 1081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6"/>
          <p:cNvSpPr txBox="1"/>
          <p:nvPr/>
        </p:nvSpPr>
        <p:spPr>
          <a:xfrm>
            <a:off x="8299094" y="2208276"/>
            <a:ext cx="324886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Cosa fare in caso di dispositivo perso?</a:t>
            </a:r>
            <a:endParaRPr lang="en-US" sz="1300" dirty="0"/>
          </a:p>
        </p:txBody>
      </p:sp>
      <p:sp>
        <p:nvSpPr>
          <p:cNvPr id="42" name="Shape 37"/>
          <p:cNvSpPr/>
          <p:nvPr/>
        </p:nvSpPr>
        <p:spPr>
          <a:xfrm>
            <a:off x="8337499" y="4665269"/>
            <a:ext cx="3172054" cy="437998"/>
          </a:xfrm>
          <a:prstGeom prst="roundRect">
            <a:avLst>
              <a:gd name="adj" fmla="val 3630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38"/>
          <p:cNvSpPr/>
          <p:nvPr/>
        </p:nvSpPr>
        <p:spPr>
          <a:xfrm>
            <a:off x="8460943" y="4770425"/>
            <a:ext cx="228600" cy="2286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39"/>
          <p:cNvSpPr txBox="1"/>
          <p:nvPr/>
        </p:nvSpPr>
        <p:spPr>
          <a:xfrm>
            <a:off x="8423453" y="4770425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8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8785555" y="4781398"/>
            <a:ext cx="14401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Eliminare l'account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8337499" y="5199278"/>
            <a:ext cx="3172054" cy="437998"/>
          </a:xfrm>
          <a:prstGeom prst="roundRect">
            <a:avLst>
              <a:gd name="adj" fmla="val 36307"/>
            </a:avLst>
          </a:prstGeom>
          <a:solidFill>
            <a:srgbClr val="107C10">
              <a:alpha val="85000"/>
            </a:srgbClr>
          </a:solidFill>
          <a:ln w="12700">
            <a:solidFill>
              <a:srgbClr val="4ADE8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9" name="Text 44"/>
          <p:cNvSpPr txBox="1"/>
          <p:nvPr/>
        </p:nvSpPr>
        <p:spPr>
          <a:xfrm>
            <a:off x="8785555" y="5315407"/>
            <a:ext cx="20263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Logout remoto immediato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337499" y="5732374"/>
            <a:ext cx="3172054" cy="437998"/>
          </a:xfrm>
          <a:prstGeom prst="roundRect">
            <a:avLst>
              <a:gd name="adj" fmla="val 3630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Shape 46"/>
          <p:cNvSpPr/>
          <p:nvPr/>
        </p:nvSpPr>
        <p:spPr>
          <a:xfrm>
            <a:off x="8460943" y="5836615"/>
            <a:ext cx="228600" cy="2286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47"/>
          <p:cNvSpPr txBox="1"/>
          <p:nvPr/>
        </p:nvSpPr>
        <p:spPr>
          <a:xfrm>
            <a:off x="8423453" y="5836615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8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</a:t>
            </a:r>
            <a:endParaRPr lang="en-US" sz="900" dirty="0"/>
          </a:p>
        </p:txBody>
      </p:sp>
      <p:sp>
        <p:nvSpPr>
          <p:cNvPr id="53" name="Text 48"/>
          <p:cNvSpPr txBox="1"/>
          <p:nvPr/>
        </p:nvSpPr>
        <p:spPr>
          <a:xfrm>
            <a:off x="8785555" y="5848502"/>
            <a:ext cx="17062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Comprare un nuovo PC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2098548" y="1684325"/>
            <a:ext cx="342900" cy="3429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5" name="Text 50"/>
          <p:cNvSpPr txBox="1"/>
          <p:nvPr/>
        </p:nvSpPr>
        <p:spPr>
          <a:xfrm>
            <a:off x="2070202" y="1684325"/>
            <a:ext cx="400507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835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56" name="Shape 51"/>
          <p:cNvSpPr/>
          <p:nvPr/>
        </p:nvSpPr>
        <p:spPr>
          <a:xfrm>
            <a:off x="5924398" y="1684325"/>
            <a:ext cx="342900" cy="3429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7" name="Text 52"/>
          <p:cNvSpPr txBox="1"/>
          <p:nvPr/>
        </p:nvSpPr>
        <p:spPr>
          <a:xfrm>
            <a:off x="5896051" y="1684325"/>
            <a:ext cx="400507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835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58" name="Shape 53"/>
          <p:cNvSpPr/>
          <p:nvPr/>
        </p:nvSpPr>
        <p:spPr>
          <a:xfrm>
            <a:off x="9750247" y="1684325"/>
            <a:ext cx="342900" cy="3429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9" name="Text 54"/>
          <p:cNvSpPr txBox="1"/>
          <p:nvPr/>
        </p:nvSpPr>
        <p:spPr>
          <a:xfrm>
            <a:off x="9721901" y="1684325"/>
            <a:ext cx="400507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835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61" name="Shape 14">
            <a:extLst>
              <a:ext uri="{FF2B5EF4-FFF2-40B4-BE49-F238E27FC236}">
                <a16:creationId xmlns:a16="http://schemas.microsoft.com/office/drawing/2014/main" id="{6D4EAFFD-5BF7-452E-6A9C-F8BC4234A680}"/>
              </a:ext>
            </a:extLst>
          </p:cNvPr>
          <p:cNvSpPr/>
          <p:nvPr/>
        </p:nvSpPr>
        <p:spPr>
          <a:xfrm>
            <a:off x="8458097" y="5298999"/>
            <a:ext cx="228600" cy="2286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Text 15">
            <a:extLst>
              <a:ext uri="{FF2B5EF4-FFF2-40B4-BE49-F238E27FC236}">
                <a16:creationId xmlns:a16="http://schemas.microsoft.com/office/drawing/2014/main" id="{71759ECE-6EC0-7BF8-89C9-2275591C65A2}"/>
              </a:ext>
            </a:extLst>
          </p:cNvPr>
          <p:cNvSpPr txBox="1"/>
          <p:nvPr/>
        </p:nvSpPr>
        <p:spPr>
          <a:xfrm>
            <a:off x="8420607" y="5298999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8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</a:t>
            </a:r>
            <a:endParaRPr lang="en-US" sz="900" dirty="0"/>
          </a:p>
        </p:txBody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EDFC03F4-9255-D990-ECB3-084BA00EFFFA}"/>
              </a:ext>
            </a:extLst>
          </p:cNvPr>
          <p:cNvSpPr/>
          <p:nvPr/>
        </p:nvSpPr>
        <p:spPr>
          <a:xfrm>
            <a:off x="4635093" y="4775575"/>
            <a:ext cx="228600" cy="2286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F238C060-EA41-0E76-CEFC-628AA9EBE78E}"/>
              </a:ext>
            </a:extLst>
          </p:cNvPr>
          <p:cNvSpPr txBox="1"/>
          <p:nvPr/>
        </p:nvSpPr>
        <p:spPr>
          <a:xfrm>
            <a:off x="4597603" y="4775575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8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endParaRPr lang="en-US" sz="900" dirty="0"/>
          </a:p>
        </p:txBody>
      </p:sp>
      <p:sp>
        <p:nvSpPr>
          <p:cNvPr id="65" name="Shape 32">
            <a:extLst>
              <a:ext uri="{FF2B5EF4-FFF2-40B4-BE49-F238E27FC236}">
                <a16:creationId xmlns:a16="http://schemas.microsoft.com/office/drawing/2014/main" id="{35D64BFC-D9BF-A1A7-4470-B3022E888EE7}"/>
              </a:ext>
            </a:extLst>
          </p:cNvPr>
          <p:cNvSpPr/>
          <p:nvPr/>
        </p:nvSpPr>
        <p:spPr>
          <a:xfrm>
            <a:off x="808001" y="5832614"/>
            <a:ext cx="228600" cy="2286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6" name="Text 33">
            <a:extLst>
              <a:ext uri="{FF2B5EF4-FFF2-40B4-BE49-F238E27FC236}">
                <a16:creationId xmlns:a16="http://schemas.microsoft.com/office/drawing/2014/main" id="{2D7931A6-E2AE-EAFE-F909-E8D7484A4199}"/>
              </a:ext>
            </a:extLst>
          </p:cNvPr>
          <p:cNvSpPr txBox="1"/>
          <p:nvPr/>
        </p:nvSpPr>
        <p:spPr>
          <a:xfrm>
            <a:off x="770510" y="5832614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8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</a:t>
            </a:r>
            <a:endParaRPr lang="en-US" sz="900" dirty="0"/>
          </a:p>
        </p:txBody>
      </p:sp>
      <p:sp>
        <p:nvSpPr>
          <p:cNvPr id="67" name="Shape 31">
            <a:extLst>
              <a:ext uri="{FF2B5EF4-FFF2-40B4-BE49-F238E27FC236}">
                <a16:creationId xmlns:a16="http://schemas.microsoft.com/office/drawing/2014/main" id="{0FA42C27-8B92-EC64-E6B1-2DA72D95B44A}"/>
              </a:ext>
            </a:extLst>
          </p:cNvPr>
          <p:cNvSpPr/>
          <p:nvPr/>
        </p:nvSpPr>
        <p:spPr>
          <a:xfrm>
            <a:off x="683971" y="5741518"/>
            <a:ext cx="3172054" cy="437998"/>
          </a:xfrm>
          <a:prstGeom prst="roundRect">
            <a:avLst>
              <a:gd name="adj" fmla="val 3630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B0C132DE-7CE8-25E2-FB57-236D4EBC38FB}"/>
              </a:ext>
            </a:extLst>
          </p:cNvPr>
          <p:cNvSpPr/>
          <p:nvPr/>
        </p:nvSpPr>
        <p:spPr>
          <a:xfrm>
            <a:off x="4527419" y="4671635"/>
            <a:ext cx="3172054" cy="437998"/>
          </a:xfrm>
          <a:prstGeom prst="roundRect">
            <a:avLst>
              <a:gd name="adj" fmla="val 3630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Shape 31">
            <a:extLst>
              <a:ext uri="{FF2B5EF4-FFF2-40B4-BE49-F238E27FC236}">
                <a16:creationId xmlns:a16="http://schemas.microsoft.com/office/drawing/2014/main" id="{E91D8A9F-A487-1C00-CAB1-EDBB1C8F895A}"/>
              </a:ext>
            </a:extLst>
          </p:cNvPr>
          <p:cNvSpPr/>
          <p:nvPr/>
        </p:nvSpPr>
        <p:spPr>
          <a:xfrm>
            <a:off x="8334146" y="5212079"/>
            <a:ext cx="3172054" cy="437998"/>
          </a:xfrm>
          <a:prstGeom prst="roundRect">
            <a:avLst>
              <a:gd name="adj" fmla="val 3630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8" grpId="0" animBg="1"/>
      <p:bldP spid="4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881628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5"/>
          <p:cNvSpPr txBox="1"/>
          <p:nvPr/>
        </p:nvSpPr>
        <p:spPr>
          <a:xfrm>
            <a:off x="720547" y="4071823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Accesso al Portale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24205" y="4441241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Effettua il login su </a:t>
            </a:r>
            <a:r>
              <a:rPr lang="en-US" sz="11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microsoft365.com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 le tue credenziali e completa la verifica di sicurezza. 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499970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53837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8"/>
          <p:cNvSpPr txBox="1"/>
          <p:nvPr/>
        </p:nvSpPr>
        <p:spPr>
          <a:xfrm>
            <a:off x="1948586" y="253837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19733" y="2805379"/>
            <a:ext cx="533095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881628"/>
            <a:ext cx="2438705" cy="1524305"/>
          </a:xfrm>
          <a:prstGeom prst="roundRect">
            <a:avLst>
              <a:gd name="adj" fmla="val 449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0"/>
          <p:cNvSpPr txBox="1"/>
          <p:nvPr/>
        </p:nvSpPr>
        <p:spPr>
          <a:xfrm>
            <a:off x="3593592" y="4071823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Launcher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3596335" y="4441241"/>
            <a:ext cx="213421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Clicca sull'icona a waffle in alto a sinistra per esplorare e aprire le </a:t>
            </a:r>
            <a:r>
              <a:rPr lang="en-US" sz="1100" b="1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disponibili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499970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53837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3"/>
          <p:cNvSpPr txBox="1"/>
          <p:nvPr/>
        </p:nvSpPr>
        <p:spPr>
          <a:xfrm>
            <a:off x="4821631" y="253837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92778" y="2805379"/>
            <a:ext cx="533095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881628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15"/>
          <p:cNvSpPr txBox="1"/>
          <p:nvPr/>
        </p:nvSpPr>
        <p:spPr>
          <a:xfrm>
            <a:off x="6466637" y="4071823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Recenti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6469380" y="4441241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Individua la sezione "Recenti" nella dashboard per trovare rapidamente i </a:t>
            </a:r>
            <a:r>
              <a:rPr lang="en-US" sz="1100" b="1" dirty="0">
                <a:solidFill>
                  <a:srgbClr val="6D28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documenti lavorati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 recente. 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499970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53837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18"/>
          <p:cNvSpPr txBox="1"/>
          <p:nvPr/>
        </p:nvSpPr>
        <p:spPr>
          <a:xfrm>
            <a:off x="7693762" y="253837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265822" y="2805379"/>
            <a:ext cx="533095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881628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0"/>
          <p:cNvSpPr txBox="1"/>
          <p:nvPr/>
        </p:nvSpPr>
        <p:spPr>
          <a:xfrm>
            <a:off x="9338767" y="4071823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Preferiti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9341510" y="4441241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Aggiungi un'app o un documento ai tuoi </a:t>
            </a: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preferiti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un accesso immediato nelle sessioni future. </a:t>
            </a:r>
            <a:endParaRPr lang="en-US" sz="11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499970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53837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23"/>
          <p:cNvSpPr txBox="1"/>
          <p:nvPr/>
        </p:nvSpPr>
        <p:spPr>
          <a:xfrm>
            <a:off x="10566806" y="253837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 l="-10" r="-10"/>
          <a:stretch/>
        </p:blipFill>
        <p:spPr>
          <a:xfrm>
            <a:off x="10105034" y="2805379"/>
            <a:ext cx="599846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6"/>
          <p:cNvSpPr txBox="1"/>
          <p:nvPr/>
        </p:nvSpPr>
        <p:spPr>
          <a:xfrm>
            <a:off x="571500" y="152705"/>
            <a:ext cx="6039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Esercitazione Pratica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571500" y="381305"/>
            <a:ext cx="784463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Esercitazione 1: Navigare il Portale</a:t>
            </a:r>
            <a:endParaRPr lang="en-US" sz="2700" dirty="0"/>
          </a:p>
        </p:txBody>
      </p:sp>
      <p:sp>
        <p:nvSpPr>
          <p:cNvPr id="41" name="Shape 28"/>
          <p:cNvSpPr/>
          <p:nvPr/>
        </p:nvSpPr>
        <p:spPr>
          <a:xfrm>
            <a:off x="9942271" y="276149"/>
            <a:ext cx="1686154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 t="-180" b="-180"/>
          <a:stretch/>
        </p:blipFill>
        <p:spPr>
          <a:xfrm>
            <a:off x="10142525" y="381305"/>
            <a:ext cx="190195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10447020" y="276149"/>
            <a:ext cx="10387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Tempo: 15 min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77281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5"/>
          <p:cNvSpPr txBox="1"/>
          <p:nvPr/>
        </p:nvSpPr>
        <p:spPr>
          <a:xfrm>
            <a:off x="72054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Trova File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24205" y="433334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Utilizza la barra di ricerca superiore per trovare un </a:t>
            </a:r>
            <a:r>
              <a:rPr lang="en-US" sz="11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documento specifico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digitando parte del nome o del contenuto. 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392070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8"/>
          <p:cNvSpPr txBox="1"/>
          <p:nvPr/>
        </p:nvSpPr>
        <p:spPr>
          <a:xfrm>
            <a:off x="1948586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 l="-86" r="-86"/>
          <a:stretch/>
        </p:blipFill>
        <p:spPr>
          <a:xfrm>
            <a:off x="1586484" y="2696566"/>
            <a:ext cx="400507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77281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0"/>
          <p:cNvSpPr txBox="1"/>
          <p:nvPr/>
        </p:nvSpPr>
        <p:spPr>
          <a:xfrm>
            <a:off x="3593592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Cerca Persona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3596335" y="433334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Digita il nome di un </a:t>
            </a:r>
            <a:r>
              <a:rPr lang="en-US" sz="1100" b="1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collega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visualizzare il suo profilo, i contatti e i file condivisi recentemente. 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392070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3"/>
          <p:cNvSpPr txBox="1"/>
          <p:nvPr/>
        </p:nvSpPr>
        <p:spPr>
          <a:xfrm>
            <a:off x="4821631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 t="-12" b="-12"/>
          <a:stretch/>
        </p:blipFill>
        <p:spPr>
          <a:xfrm>
            <a:off x="4425696" y="2696566"/>
            <a:ext cx="466344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77281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15"/>
          <p:cNvSpPr txBox="1"/>
          <p:nvPr/>
        </p:nvSpPr>
        <p:spPr>
          <a:xfrm>
            <a:off x="646663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Trova App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6469380" y="433334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Cerca un'applicazione (es. "Planner" o "Forms") per </a:t>
            </a:r>
            <a:r>
              <a:rPr lang="en-US" sz="1100" b="1" dirty="0">
                <a:solidFill>
                  <a:srgbClr val="6D28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accedere rapidamente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senza navigare nel menu. 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392070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18"/>
          <p:cNvSpPr txBox="1"/>
          <p:nvPr/>
        </p:nvSpPr>
        <p:spPr>
          <a:xfrm>
            <a:off x="7693762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 l="-10" r="-10"/>
          <a:stretch/>
        </p:blipFill>
        <p:spPr>
          <a:xfrm>
            <a:off x="7231990" y="2696566"/>
            <a:ext cx="599846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77281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0"/>
          <p:cNvSpPr txBox="1"/>
          <p:nvPr/>
        </p:nvSpPr>
        <p:spPr>
          <a:xfrm>
            <a:off x="933876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Filtri Avanzati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9341510" y="433334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Affina i risultati utilizzando i </a:t>
            </a: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filtri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tipo di file, data di modifica o autore per una precisione maggiore. </a:t>
            </a:r>
            <a:endParaRPr lang="en-US" sz="11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392070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23"/>
          <p:cNvSpPr txBox="1"/>
          <p:nvPr/>
        </p:nvSpPr>
        <p:spPr>
          <a:xfrm>
            <a:off x="10566806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137953" y="2696566"/>
            <a:ext cx="533095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6"/>
          <p:cNvSpPr txBox="1"/>
          <p:nvPr/>
        </p:nvSpPr>
        <p:spPr>
          <a:xfrm>
            <a:off x="571500" y="152705"/>
            <a:ext cx="5591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Esercitazione Pratica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571500" y="381305"/>
            <a:ext cx="72063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Esercitazione 2: Usare la Ricerca</a:t>
            </a:r>
            <a:endParaRPr lang="en-US" sz="2700" dirty="0"/>
          </a:p>
        </p:txBody>
      </p:sp>
      <p:sp>
        <p:nvSpPr>
          <p:cNvPr id="41" name="Shape 28"/>
          <p:cNvSpPr/>
          <p:nvPr/>
        </p:nvSpPr>
        <p:spPr>
          <a:xfrm>
            <a:off x="10078517" y="276149"/>
            <a:ext cx="1543507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278770" y="381305"/>
            <a:ext cx="152705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10545775" y="276149"/>
            <a:ext cx="9336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Ricerca M365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77281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5"/>
          <p:cNvSpPr txBox="1"/>
          <p:nvPr/>
        </p:nvSpPr>
        <p:spPr>
          <a:xfrm>
            <a:off x="72054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Navigazione Rapida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24205" y="433334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Sperimenta il passaggio fluido tra le app principali: inizia da </a:t>
            </a: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Outlook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passa a </a:t>
            </a: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infine accedi a </a:t>
            </a: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SharePoint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392070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8"/>
          <p:cNvSpPr txBox="1"/>
          <p:nvPr/>
        </p:nvSpPr>
        <p:spPr>
          <a:xfrm>
            <a:off x="1948586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19733" y="2696566"/>
            <a:ext cx="533095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77281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0"/>
          <p:cNvSpPr txBox="1"/>
          <p:nvPr/>
        </p:nvSpPr>
        <p:spPr>
          <a:xfrm>
            <a:off x="3593592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Barra Superiore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3596335" y="433334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Verifica l'efficacia della barra di navigazione superiore e dell'</a:t>
            </a: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Launcher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(icona a waffle) per cambiare contesto senza perdere il lavoro. 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392070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3"/>
          <p:cNvSpPr txBox="1"/>
          <p:nvPr/>
        </p:nvSpPr>
        <p:spPr>
          <a:xfrm>
            <a:off x="4821631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 t="-12" b="-12"/>
          <a:stretch/>
        </p:blipFill>
        <p:spPr>
          <a:xfrm>
            <a:off x="4425696" y="2696566"/>
            <a:ext cx="466344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77281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15"/>
          <p:cNvSpPr txBox="1"/>
          <p:nvPr/>
        </p:nvSpPr>
        <p:spPr>
          <a:xfrm>
            <a:off x="646663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Accesso File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6469380" y="433334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Individua e apri un documento di lavoro recente direttamente dall'applicazione in uso, sfruttando l'integrazione tra i servizi.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392070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18"/>
          <p:cNvSpPr txBox="1"/>
          <p:nvPr/>
        </p:nvSpPr>
        <p:spPr>
          <a:xfrm>
            <a:off x="7693762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 l="-10" r="-10"/>
          <a:stretch/>
        </p:blipFill>
        <p:spPr>
          <a:xfrm>
            <a:off x="7231990" y="2696566"/>
            <a:ext cx="599846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77281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0"/>
          <p:cNvSpPr txBox="1"/>
          <p:nvPr/>
        </p:nvSpPr>
        <p:spPr>
          <a:xfrm>
            <a:off x="933876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Condivisione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9341510" y="433334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Utilizza le funzionalità di condivisione integrate per inviare il file o il link a un collega direttamente dall'interfaccia dell'app.</a:t>
            </a:r>
            <a:endParaRPr lang="en-US" sz="11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392070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23"/>
          <p:cNvSpPr txBox="1"/>
          <p:nvPr/>
        </p:nvSpPr>
        <p:spPr>
          <a:xfrm>
            <a:off x="10566806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 t="-12" b="-12"/>
          <a:stretch/>
        </p:blipFill>
        <p:spPr>
          <a:xfrm>
            <a:off x="10171786" y="2696566"/>
            <a:ext cx="466344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6"/>
          <p:cNvSpPr txBox="1"/>
          <p:nvPr/>
        </p:nvSpPr>
        <p:spPr>
          <a:xfrm>
            <a:off x="571500" y="152705"/>
            <a:ext cx="3200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Esercitazione 3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571500" y="381305"/>
            <a:ext cx="40178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Passare tra le App</a:t>
            </a:r>
            <a:endParaRPr lang="en-US" sz="2700" dirty="0"/>
          </a:p>
        </p:txBody>
      </p:sp>
      <p:sp>
        <p:nvSpPr>
          <p:cNvPr id="41" name="Shape 28"/>
          <p:cNvSpPr/>
          <p:nvPr/>
        </p:nvSpPr>
        <p:spPr>
          <a:xfrm>
            <a:off x="9885578" y="276149"/>
            <a:ext cx="1742846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084918" y="381305"/>
            <a:ext cx="152705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10351922" y="276149"/>
            <a:ext cx="11338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Flusso di Lavoro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77281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5"/>
          <p:cNvSpPr txBox="1"/>
          <p:nvPr/>
        </p:nvSpPr>
        <p:spPr>
          <a:xfrm>
            <a:off x="72054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Foto Profilo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24205" y="433334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Accedi alle impostazioni del profilo e </a:t>
            </a:r>
            <a:r>
              <a:rPr lang="en-US" sz="11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carica una nuova immagine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professionale per essere riconoscibile dai colleghi. 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392070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8"/>
          <p:cNvSpPr txBox="1"/>
          <p:nvPr/>
        </p:nvSpPr>
        <p:spPr>
          <a:xfrm>
            <a:off x="1948586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19733" y="2696566"/>
            <a:ext cx="533095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77281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0"/>
          <p:cNvSpPr txBox="1"/>
          <p:nvPr/>
        </p:nvSpPr>
        <p:spPr>
          <a:xfrm>
            <a:off x="3593592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 MFA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3596335" y="433334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Controlla nella sezione Sicurezza se l'</a:t>
            </a:r>
            <a:r>
              <a:rPr lang="en-US" sz="1100" b="1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autenticazione a più fattori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è attiva e configurata correttamente. 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392070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3"/>
          <p:cNvSpPr txBox="1"/>
          <p:nvPr/>
        </p:nvSpPr>
        <p:spPr>
          <a:xfrm>
            <a:off x="4821631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92778" y="2696566"/>
            <a:ext cx="533095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77281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15"/>
          <p:cNvSpPr txBox="1"/>
          <p:nvPr/>
        </p:nvSpPr>
        <p:spPr>
          <a:xfrm>
            <a:off x="646663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Tema Interfaccia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6469380" y="433334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Personalizza l'aspetto del portale scegliendo un </a:t>
            </a:r>
            <a:r>
              <a:rPr lang="en-US" sz="1100" b="1" dirty="0">
                <a:solidFill>
                  <a:srgbClr val="6D28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nuovo tema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 la modalità scura dalle impostazioni. 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392070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18"/>
          <p:cNvSpPr txBox="1"/>
          <p:nvPr/>
        </p:nvSpPr>
        <p:spPr>
          <a:xfrm>
            <a:off x="7693762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265822" y="2696566"/>
            <a:ext cx="533095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77281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0"/>
          <p:cNvSpPr txBox="1"/>
          <p:nvPr/>
        </p:nvSpPr>
        <p:spPr>
          <a:xfrm>
            <a:off x="933876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Dispositivi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9341510" y="433334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Esamina la lista dei </a:t>
            </a: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dispositivi connessi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 tuo account e disconnetti eventuali sessioni non riconosciute. </a:t>
            </a:r>
            <a:endParaRPr lang="en-US" sz="11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392070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23"/>
          <p:cNvSpPr txBox="1"/>
          <p:nvPr/>
        </p:nvSpPr>
        <p:spPr>
          <a:xfrm>
            <a:off x="10566806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 l="-17" r="-17"/>
          <a:stretch/>
        </p:blipFill>
        <p:spPr>
          <a:xfrm>
            <a:off x="10071202" y="2696566"/>
            <a:ext cx="666598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6"/>
          <p:cNvSpPr txBox="1"/>
          <p:nvPr/>
        </p:nvSpPr>
        <p:spPr>
          <a:xfrm>
            <a:off x="571500" y="152705"/>
            <a:ext cx="65818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Esercitazione Pratica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571500" y="381305"/>
            <a:ext cx="84819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Esercitazione 4: Personalizzare Profilo</a:t>
            </a:r>
            <a:endParaRPr lang="en-US" sz="2700" dirty="0"/>
          </a:p>
        </p:txBody>
      </p:sp>
      <p:sp>
        <p:nvSpPr>
          <p:cNvPr id="41" name="Shape 28"/>
          <p:cNvSpPr/>
          <p:nvPr/>
        </p:nvSpPr>
        <p:spPr>
          <a:xfrm>
            <a:off x="9746590" y="276149"/>
            <a:ext cx="1876349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 t="-180" b="-180"/>
          <a:stretch/>
        </p:blipFill>
        <p:spPr>
          <a:xfrm>
            <a:off x="9946843" y="381305"/>
            <a:ext cx="190195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10251338" y="276149"/>
            <a:ext cx="12289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Account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47395"/>
            <a:ext cx="12191695" cy="6638544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71500" y="1028700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3407" y="1200607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507" b="-507"/>
          <a:stretch/>
        </p:blipFill>
        <p:spPr>
          <a:xfrm>
            <a:off x="833018" y="1314907"/>
            <a:ext cx="247802" cy="2002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43254" y="1200607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Servizio Cloud Nativo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343254" y="1478585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Posta elettronica sicura e affidabile ospitata sui server Microsoft, senza necessità di manutenzione hardware locale.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71500" y="2202790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43407" y="2374697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964" b="-964"/>
          <a:stretch/>
        </p:blipFill>
        <p:spPr>
          <a:xfrm>
            <a:off x="871423" y="2488997"/>
            <a:ext cx="171907" cy="20025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43254" y="2374697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Calendari Condivisi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1343254" y="2652674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Pianificazione efficiente con calendari visibili al team, assistente pianificazione e prenotazione risorse (sale riunioni).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71500" y="3377794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43407" y="3548786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507" b="-507"/>
          <a:stretch/>
        </p:blipFill>
        <p:spPr>
          <a:xfrm>
            <a:off x="833018" y="3663086"/>
            <a:ext cx="247802" cy="20025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43254" y="3548786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Gruppi Microsoft 365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1343254" y="3826764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Spazi di lavoro condivisi che integrano automaticamente posta, calendario, file di SharePoint e risorse di Teams.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571500" y="4551883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743407" y="4723790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7707" y="4838090"/>
            <a:ext cx="200254" cy="20025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43254" y="4723790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Sicurezza Integrata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1343254" y="5001768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Protezione avanzata contro spam e malware (EOP), conformità normativa e gestione dei dispositivi mobili.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571500" y="5725973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743407" y="5897880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t="-507" b="-507"/>
          <a:stretch/>
        </p:blipFill>
        <p:spPr>
          <a:xfrm>
            <a:off x="833018" y="6012180"/>
            <a:ext cx="247802" cy="20025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343254" y="5897880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Accesso Ovunque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2"/>
          <p:cNvSpPr txBox="1"/>
          <p:nvPr/>
        </p:nvSpPr>
        <p:spPr>
          <a:xfrm>
            <a:off x="1343254" y="6175858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Sincronizzazione perfetta tra Outlook Desktop, Outlook Web App (OWA) e app mobile su iOS e Android.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5639105" y="742493"/>
            <a:ext cx="1904695" cy="1904695"/>
          </a:xfrm>
          <a:prstGeom prst="roundRect">
            <a:avLst>
              <a:gd name="adj" fmla="val 4801"/>
            </a:avLst>
          </a:prstGeom>
          <a:solidFill>
            <a:srgbClr val="FFEBD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9239098" y="4519879"/>
            <a:ext cx="2857500" cy="2857500"/>
          </a:xfrm>
          <a:prstGeom prst="ellipse">
            <a:avLst/>
          </a:prstGeom>
          <a:solidFill>
            <a:srgbClr val="CFE6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26"/>
          <p:cNvSpPr/>
          <p:nvPr/>
        </p:nvSpPr>
        <p:spPr>
          <a:xfrm>
            <a:off x="0" y="60899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7"/>
          <p:cNvSpPr txBox="1"/>
          <p:nvPr/>
        </p:nvSpPr>
        <p:spPr>
          <a:xfrm>
            <a:off x="571500" y="0"/>
            <a:ext cx="29626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52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Posta e Collaborazione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8"/>
          <p:cNvSpPr txBox="1"/>
          <p:nvPr/>
        </p:nvSpPr>
        <p:spPr>
          <a:xfrm>
            <a:off x="571500" y="228600"/>
            <a:ext cx="337962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Exchange Online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29"/>
          <p:cNvSpPr/>
          <p:nvPr/>
        </p:nvSpPr>
        <p:spPr>
          <a:xfrm>
            <a:off x="9346997" y="123444"/>
            <a:ext cx="2276856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47250" y="228600"/>
            <a:ext cx="152705" cy="152705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9814255" y="123444"/>
            <a:ext cx="167426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Messaggistica Aziendale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924398" y="2168957"/>
            <a:ext cx="5695798" cy="4157777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 t="-80" b="-80"/>
          <a:stretch/>
        </p:blipFill>
        <p:spPr>
          <a:xfrm>
            <a:off x="6029554" y="2274113"/>
            <a:ext cx="5486400" cy="286207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6172200" y="2369210"/>
            <a:ext cx="95098" cy="9509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2"/>
          <p:cNvSpPr/>
          <p:nvPr/>
        </p:nvSpPr>
        <p:spPr>
          <a:xfrm>
            <a:off x="6324905" y="2369210"/>
            <a:ext cx="95098" cy="9509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3"/>
          <p:cNvSpPr/>
          <p:nvPr/>
        </p:nvSpPr>
        <p:spPr>
          <a:xfrm>
            <a:off x="6476695" y="2369210"/>
            <a:ext cx="95098" cy="95098"/>
          </a:xfrm>
          <a:prstGeom prst="ellipse">
            <a:avLst/>
          </a:prstGeom>
          <a:solidFill>
            <a:srgbClr val="28C9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34"/>
          <p:cNvSpPr/>
          <p:nvPr/>
        </p:nvSpPr>
        <p:spPr>
          <a:xfrm>
            <a:off x="6724498" y="2302459"/>
            <a:ext cx="3467405" cy="2286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35"/>
          <p:cNvSpPr txBox="1"/>
          <p:nvPr/>
        </p:nvSpPr>
        <p:spPr>
          <a:xfrm>
            <a:off x="7019849" y="2302459"/>
            <a:ext cx="3247949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outlook.office.com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6838798" y="2360066"/>
            <a:ext cx="105156" cy="114300"/>
          </a:xfrm>
          <a:prstGeom prst="rect">
            <a:avLst/>
          </a:prstGeom>
        </p:spPr>
      </p:pic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2"/>
          <a:srcRect l="-5" r="-5"/>
          <a:stretch/>
        </p:blipFill>
        <p:spPr>
          <a:xfrm>
            <a:off x="6029554" y="2606954"/>
            <a:ext cx="5486400" cy="3047695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6029554" y="2606954"/>
            <a:ext cx="5486400" cy="19019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37"/>
          <p:cNvSpPr/>
          <p:nvPr/>
        </p:nvSpPr>
        <p:spPr>
          <a:xfrm>
            <a:off x="6172200" y="2606954"/>
            <a:ext cx="38405" cy="384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38"/>
          <p:cNvSpPr/>
          <p:nvPr/>
        </p:nvSpPr>
        <p:spPr>
          <a:xfrm>
            <a:off x="6248095" y="2606954"/>
            <a:ext cx="38405" cy="384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39"/>
          <p:cNvSpPr/>
          <p:nvPr/>
        </p:nvSpPr>
        <p:spPr>
          <a:xfrm>
            <a:off x="6324905" y="2606954"/>
            <a:ext cx="38405" cy="384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40"/>
          <p:cNvSpPr/>
          <p:nvPr/>
        </p:nvSpPr>
        <p:spPr>
          <a:xfrm>
            <a:off x="6172200" y="2683764"/>
            <a:ext cx="38405" cy="384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41"/>
          <p:cNvSpPr/>
          <p:nvPr/>
        </p:nvSpPr>
        <p:spPr>
          <a:xfrm>
            <a:off x="6248095" y="2683764"/>
            <a:ext cx="38405" cy="384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42"/>
          <p:cNvSpPr/>
          <p:nvPr/>
        </p:nvSpPr>
        <p:spPr>
          <a:xfrm>
            <a:off x="6324905" y="2683764"/>
            <a:ext cx="38405" cy="384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43"/>
          <p:cNvSpPr/>
          <p:nvPr/>
        </p:nvSpPr>
        <p:spPr>
          <a:xfrm>
            <a:off x="6172200" y="2759659"/>
            <a:ext cx="38405" cy="384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44"/>
          <p:cNvSpPr/>
          <p:nvPr/>
        </p:nvSpPr>
        <p:spPr>
          <a:xfrm>
            <a:off x="6248095" y="2759659"/>
            <a:ext cx="38405" cy="384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45"/>
          <p:cNvSpPr/>
          <p:nvPr/>
        </p:nvSpPr>
        <p:spPr>
          <a:xfrm>
            <a:off x="6324905" y="2759659"/>
            <a:ext cx="38405" cy="384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46"/>
          <p:cNvSpPr txBox="1"/>
          <p:nvPr/>
        </p:nvSpPr>
        <p:spPr>
          <a:xfrm>
            <a:off x="6476695" y="2606954"/>
            <a:ext cx="600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Outlook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47"/>
          <p:cNvSpPr/>
          <p:nvPr/>
        </p:nvSpPr>
        <p:spPr>
          <a:xfrm>
            <a:off x="6029554" y="2798064"/>
            <a:ext cx="1333195" cy="3419856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48"/>
          <p:cNvSpPr/>
          <p:nvPr/>
        </p:nvSpPr>
        <p:spPr>
          <a:xfrm>
            <a:off x="7353605" y="2798064"/>
            <a:ext cx="9144" cy="3419856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49"/>
          <p:cNvSpPr/>
          <p:nvPr/>
        </p:nvSpPr>
        <p:spPr>
          <a:xfrm>
            <a:off x="6124651" y="2893162"/>
            <a:ext cx="1133856" cy="457200"/>
          </a:xfrm>
          <a:prstGeom prst="roundRect">
            <a:avLst>
              <a:gd name="adj" fmla="val 16667"/>
            </a:avLst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50"/>
          <p:cNvSpPr txBox="1"/>
          <p:nvPr/>
        </p:nvSpPr>
        <p:spPr>
          <a:xfrm>
            <a:off x="6391656" y="2893162"/>
            <a:ext cx="924458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Posta in arrivo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3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200546" y="3064154"/>
            <a:ext cx="114300" cy="114300"/>
          </a:xfrm>
          <a:prstGeom prst="rect">
            <a:avLst/>
          </a:prstGeom>
        </p:spPr>
      </p:pic>
      <p:sp>
        <p:nvSpPr>
          <p:cNvPr id="64" name="Text 51"/>
          <p:cNvSpPr txBox="1"/>
          <p:nvPr/>
        </p:nvSpPr>
        <p:spPr>
          <a:xfrm>
            <a:off x="6391656" y="3369564"/>
            <a:ext cx="9244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Inviata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5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200546" y="3454603"/>
            <a:ext cx="114300" cy="114300"/>
          </a:xfrm>
          <a:prstGeom prst="rect">
            <a:avLst/>
          </a:prstGeom>
        </p:spPr>
      </p:pic>
      <p:sp>
        <p:nvSpPr>
          <p:cNvPr id="66" name="Text 52"/>
          <p:cNvSpPr txBox="1"/>
          <p:nvPr/>
        </p:nvSpPr>
        <p:spPr>
          <a:xfrm>
            <a:off x="6391656" y="3674059"/>
            <a:ext cx="9244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Bozze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7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200546" y="3760013"/>
            <a:ext cx="114300" cy="114300"/>
          </a:xfrm>
          <a:prstGeom prst="rect">
            <a:avLst/>
          </a:prstGeom>
        </p:spPr>
      </p:pic>
      <p:sp>
        <p:nvSpPr>
          <p:cNvPr id="68" name="Text 53"/>
          <p:cNvSpPr txBox="1"/>
          <p:nvPr/>
        </p:nvSpPr>
        <p:spPr>
          <a:xfrm>
            <a:off x="6381598" y="3978554"/>
            <a:ext cx="9345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Posta eliminata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9" name="Image 13" descr="preencoded.png"/>
          <p:cNvPicPr>
            <a:picLocks noChangeAspect="1"/>
          </p:cNvPicPr>
          <p:nvPr/>
        </p:nvPicPr>
        <p:blipFill>
          <a:blip r:embed="rId16"/>
          <a:srcRect l="-2571" r="-2571"/>
          <a:stretch/>
        </p:blipFill>
        <p:spPr>
          <a:xfrm>
            <a:off x="6200546" y="4150462"/>
            <a:ext cx="105156" cy="114300"/>
          </a:xfrm>
          <a:prstGeom prst="rect">
            <a:avLst/>
          </a:prstGeom>
        </p:spPr>
      </p:pic>
      <p:sp>
        <p:nvSpPr>
          <p:cNvPr id="70" name="Text 54"/>
          <p:cNvSpPr txBox="1"/>
          <p:nvPr/>
        </p:nvSpPr>
        <p:spPr>
          <a:xfrm>
            <a:off x="6124651" y="4588459"/>
            <a:ext cx="12097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Gruppi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55"/>
          <p:cNvSpPr txBox="1"/>
          <p:nvPr/>
        </p:nvSpPr>
        <p:spPr>
          <a:xfrm>
            <a:off x="6420002" y="4778654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Progetto Alpha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2" name="Image 14" descr="preencoded.png"/>
          <p:cNvPicPr>
            <a:picLocks noChangeAspect="1"/>
          </p:cNvPicPr>
          <p:nvPr/>
        </p:nvPicPr>
        <p:blipFill>
          <a:blip r:embed="rId17"/>
          <a:srcRect t="-80" b="-80"/>
          <a:stretch/>
        </p:blipFill>
        <p:spPr>
          <a:xfrm>
            <a:off x="6200546" y="4950562"/>
            <a:ext cx="142646" cy="114300"/>
          </a:xfrm>
          <a:prstGeom prst="rect">
            <a:avLst/>
          </a:prstGeom>
        </p:spPr>
      </p:pic>
      <p:sp>
        <p:nvSpPr>
          <p:cNvPr id="73" name="Text 56"/>
          <p:cNvSpPr txBox="1"/>
          <p:nvPr/>
        </p:nvSpPr>
        <p:spPr>
          <a:xfrm>
            <a:off x="6420002" y="5255057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Marketing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4" name="Image 15" descr="preencoded.png"/>
          <p:cNvPicPr>
            <a:picLocks noChangeAspect="1"/>
          </p:cNvPicPr>
          <p:nvPr/>
        </p:nvPicPr>
        <p:blipFill>
          <a:blip r:embed="rId18"/>
          <a:srcRect t="-80" b="-80"/>
          <a:stretch/>
        </p:blipFill>
        <p:spPr>
          <a:xfrm>
            <a:off x="6200546" y="5426964"/>
            <a:ext cx="142646" cy="114300"/>
          </a:xfrm>
          <a:prstGeom prst="rect">
            <a:avLst/>
          </a:prstGeom>
        </p:spPr>
      </p:pic>
      <p:sp>
        <p:nvSpPr>
          <p:cNvPr id="75" name="Shape 57"/>
          <p:cNvSpPr/>
          <p:nvPr/>
        </p:nvSpPr>
        <p:spPr>
          <a:xfrm>
            <a:off x="7362749" y="2798064"/>
            <a:ext cx="1714500" cy="34198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58"/>
          <p:cNvSpPr/>
          <p:nvPr/>
        </p:nvSpPr>
        <p:spPr>
          <a:xfrm>
            <a:off x="9068105" y="2798064"/>
            <a:ext cx="9144" cy="3419856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Shape 59"/>
          <p:cNvSpPr/>
          <p:nvPr/>
        </p:nvSpPr>
        <p:spPr>
          <a:xfrm>
            <a:off x="7362749" y="2798064"/>
            <a:ext cx="1705356" cy="694944"/>
          </a:xfrm>
          <a:prstGeom prst="rect">
            <a:avLst/>
          </a:prstGeom>
          <a:solidFill>
            <a:srgbClr val="EEF6FC"/>
          </a:solidFill>
          <a:ln w="12700">
            <a:solidFill>
              <a:srgbClr val="F3F2F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60"/>
          <p:cNvSpPr txBox="1"/>
          <p:nvPr/>
        </p:nvSpPr>
        <p:spPr>
          <a:xfrm>
            <a:off x="7487107" y="2893162"/>
            <a:ext cx="7936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Mario Rossi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 61"/>
          <p:cNvSpPr txBox="1"/>
          <p:nvPr/>
        </p:nvSpPr>
        <p:spPr>
          <a:xfrm>
            <a:off x="8681314" y="2893162"/>
            <a:ext cx="3721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10:30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Text 62"/>
          <p:cNvSpPr txBox="1"/>
          <p:nvPr/>
        </p:nvSpPr>
        <p:spPr>
          <a:xfrm>
            <a:off x="7487107" y="3083357"/>
            <a:ext cx="161848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D4ED8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Aggiornamento Progetto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63"/>
          <p:cNvSpPr txBox="1"/>
          <p:nvPr/>
        </p:nvSpPr>
        <p:spPr>
          <a:xfrm>
            <a:off x="7487107" y="3236062"/>
            <a:ext cx="17684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Ciao, ecco il report finale...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Shape 64"/>
          <p:cNvSpPr/>
          <p:nvPr/>
        </p:nvSpPr>
        <p:spPr>
          <a:xfrm>
            <a:off x="7362749" y="4179722"/>
            <a:ext cx="1705356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Shape 65"/>
          <p:cNvSpPr/>
          <p:nvPr/>
        </p:nvSpPr>
        <p:spPr>
          <a:xfrm>
            <a:off x="7362749" y="3493008"/>
            <a:ext cx="28346" cy="694944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ext 66"/>
          <p:cNvSpPr txBox="1"/>
          <p:nvPr/>
        </p:nvSpPr>
        <p:spPr>
          <a:xfrm>
            <a:off x="7487107" y="3588106"/>
            <a:ext cx="590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HR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Text 67"/>
          <p:cNvSpPr txBox="1"/>
          <p:nvPr/>
        </p:nvSpPr>
        <p:spPr>
          <a:xfrm>
            <a:off x="8681314" y="3588106"/>
            <a:ext cx="3721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09:15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 68"/>
          <p:cNvSpPr txBox="1"/>
          <p:nvPr/>
        </p:nvSpPr>
        <p:spPr>
          <a:xfrm>
            <a:off x="7487107" y="3779215"/>
            <a:ext cx="161848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Nuove Policy Aziendali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 69"/>
          <p:cNvSpPr txBox="1"/>
          <p:nvPr/>
        </p:nvSpPr>
        <p:spPr>
          <a:xfrm>
            <a:off x="7487107" y="3931006"/>
            <a:ext cx="17684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Si prega di prendere visione...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Shape 70"/>
          <p:cNvSpPr/>
          <p:nvPr/>
        </p:nvSpPr>
        <p:spPr>
          <a:xfrm>
            <a:off x="7362749" y="5027371"/>
            <a:ext cx="1705356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Shape 71"/>
          <p:cNvSpPr/>
          <p:nvPr/>
        </p:nvSpPr>
        <p:spPr>
          <a:xfrm>
            <a:off x="7362749" y="4188866"/>
            <a:ext cx="28346" cy="847649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 72"/>
          <p:cNvSpPr txBox="1"/>
          <p:nvPr/>
        </p:nvSpPr>
        <p:spPr>
          <a:xfrm>
            <a:off x="7487107" y="4283964"/>
            <a:ext cx="7936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Supporto IT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Text 73"/>
          <p:cNvSpPr txBox="1"/>
          <p:nvPr/>
        </p:nvSpPr>
        <p:spPr>
          <a:xfrm>
            <a:off x="8801100" y="4283964"/>
            <a:ext cx="2578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Ieri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Text 74"/>
          <p:cNvSpPr txBox="1"/>
          <p:nvPr/>
        </p:nvSpPr>
        <p:spPr>
          <a:xfrm>
            <a:off x="7487107" y="4474159"/>
            <a:ext cx="154625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Manutenzione Programmata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Text 75"/>
          <p:cNvSpPr txBox="1"/>
          <p:nvPr/>
        </p:nvSpPr>
        <p:spPr>
          <a:xfrm>
            <a:off x="7487107" y="4778654"/>
            <a:ext cx="17684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Il sistema sarà offline...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Shape 76"/>
          <p:cNvSpPr/>
          <p:nvPr/>
        </p:nvSpPr>
        <p:spPr>
          <a:xfrm>
            <a:off x="9077249" y="2798064"/>
            <a:ext cx="2438705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Shape 77"/>
          <p:cNvSpPr/>
          <p:nvPr/>
        </p:nvSpPr>
        <p:spPr>
          <a:xfrm>
            <a:off x="9267444" y="3750869"/>
            <a:ext cx="2057400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Shape 78"/>
          <p:cNvSpPr/>
          <p:nvPr/>
        </p:nvSpPr>
        <p:spPr>
          <a:xfrm>
            <a:off x="9267444" y="3178454"/>
            <a:ext cx="228600" cy="304495"/>
          </a:xfrm>
          <a:prstGeom prst="roundRect">
            <a:avLst>
              <a:gd name="adj" fmla="val 4000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Text 79"/>
          <p:cNvSpPr txBox="1"/>
          <p:nvPr/>
        </p:nvSpPr>
        <p:spPr>
          <a:xfrm>
            <a:off x="9239098" y="3178454"/>
            <a:ext cx="286207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Text 80"/>
          <p:cNvSpPr txBox="1"/>
          <p:nvPr/>
        </p:nvSpPr>
        <p:spPr>
          <a:xfrm>
            <a:off x="9604858" y="2988259"/>
            <a:ext cx="179313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Aggiornamento Progetto Alpha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Text 81"/>
          <p:cNvSpPr txBox="1"/>
          <p:nvPr/>
        </p:nvSpPr>
        <p:spPr>
          <a:xfrm>
            <a:off x="9604858" y="3369564"/>
            <a:ext cx="179313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Da: Mario Rossi &lt;mario.rossi@azienda.com&gt;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Text 82"/>
          <p:cNvSpPr txBox="1"/>
          <p:nvPr/>
        </p:nvSpPr>
        <p:spPr>
          <a:xfrm>
            <a:off x="9267444" y="3911803"/>
            <a:ext cx="21396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Ciao a tutti,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Text 83"/>
          <p:cNvSpPr txBox="1"/>
          <p:nvPr/>
        </p:nvSpPr>
        <p:spPr>
          <a:xfrm>
            <a:off x="9267444" y="4174236"/>
            <a:ext cx="21342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In allegato trovate il report finale del Q1 per il Progetto Alpha. I risultati sono molto positivi e superano le aspettative.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Text 84"/>
          <p:cNvSpPr txBox="1"/>
          <p:nvPr/>
        </p:nvSpPr>
        <p:spPr>
          <a:xfrm>
            <a:off x="9267444" y="4993538"/>
            <a:ext cx="21342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Abbiamo anche aggiornato il calendario condiviso con le prossime scadenze.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Shape 85"/>
          <p:cNvSpPr/>
          <p:nvPr/>
        </p:nvSpPr>
        <p:spPr>
          <a:xfrm>
            <a:off x="9267444" y="5703113"/>
            <a:ext cx="1828800" cy="323698"/>
          </a:xfrm>
          <a:prstGeom prst="roundRect">
            <a:avLst>
              <a:gd name="adj" fmla="val 3323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4" name="Image 1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9353398" y="5807354"/>
            <a:ext cx="114300" cy="114300"/>
          </a:xfrm>
          <a:prstGeom prst="rect">
            <a:avLst/>
          </a:prstGeom>
        </p:spPr>
      </p:pic>
      <p:sp>
        <p:nvSpPr>
          <p:cNvPr id="105" name="Text 86"/>
          <p:cNvSpPr txBox="1"/>
          <p:nvPr/>
        </p:nvSpPr>
        <p:spPr>
          <a:xfrm>
            <a:off x="9544507" y="5703113"/>
            <a:ext cx="11722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Report_Q1_Final.pdf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47395"/>
            <a:ext cx="12191695" cy="65909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71500" y="1028700"/>
            <a:ext cx="3495751" cy="2771546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86" r="-86"/>
          <a:stretch/>
        </p:blipFill>
        <p:spPr>
          <a:xfrm>
            <a:off x="580644" y="1037844"/>
            <a:ext cx="3473806" cy="475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4146" y="2085746"/>
            <a:ext cx="32104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Caselle Utente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33349" y="2478024"/>
            <a:ext cx="3172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Mailbox personali associate a una licenza. Spazio dedicato, archivio e accesso completo.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33349" y="3272638"/>
            <a:ext cx="3172054" cy="286207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50GB / 100GB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349801" y="1028700"/>
            <a:ext cx="3495751" cy="2771546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84" r="-84"/>
          <a:stretch/>
        </p:blipFill>
        <p:spPr>
          <a:xfrm>
            <a:off x="4358945" y="1037844"/>
            <a:ext cx="3473806" cy="4754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92447" y="2085746"/>
            <a:ext cx="32104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Caselle Condivise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4511650" y="2478024"/>
            <a:ext cx="3172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Indirizzi generici (es. info@) accessibili da più utenti delegati. Nessuna licenza richiesta.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4511650" y="3272638"/>
            <a:ext cx="3172054" cy="286207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Gratuite fino a 50GB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128102" y="1028700"/>
            <a:ext cx="3495751" cy="2771546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86" r="-86"/>
          <a:stretch/>
        </p:blipFill>
        <p:spPr>
          <a:xfrm>
            <a:off x="8137246" y="1037844"/>
            <a:ext cx="3473806" cy="4754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70748" y="2085746"/>
            <a:ext cx="32104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Calendari &amp; Risorse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8289950" y="2478024"/>
            <a:ext cx="3172054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appuntamenti e prenotazione sale/attrezzature con accettazione automatica.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8289950" y="3272638"/>
            <a:ext cx="3172054" cy="286207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Room Mailbox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571500" y="4084625"/>
            <a:ext cx="3495751" cy="2771546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86" r="-86"/>
          <a:stretch/>
        </p:blipFill>
        <p:spPr>
          <a:xfrm>
            <a:off x="580644" y="4093769"/>
            <a:ext cx="3473806" cy="4754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4146" y="5141671"/>
            <a:ext cx="32104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Gruppi Microsoft 365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733349" y="5533949"/>
            <a:ext cx="3172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Collaborazione moderna: mailbox condivisa, calendario, sito SharePoint e Team collegati.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733349" y="6328562"/>
            <a:ext cx="3172054" cy="286207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Cross-app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4349801" y="4084625"/>
            <a:ext cx="3495751" cy="2771546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 l="-84" r="-84"/>
          <a:stretch/>
        </p:blipFill>
        <p:spPr>
          <a:xfrm>
            <a:off x="4358945" y="4093769"/>
            <a:ext cx="3473806" cy="4754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92447" y="5141671"/>
            <a:ext cx="32104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Contatti &amp; Rubriche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4511650" y="5533949"/>
            <a:ext cx="3172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Global Address List (GAL) aziendale e contatti esterni gestiti centralmente.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2"/>
          <p:cNvSpPr txBox="1"/>
          <p:nvPr/>
        </p:nvSpPr>
        <p:spPr>
          <a:xfrm>
            <a:off x="4511650" y="6328562"/>
            <a:ext cx="3172054" cy="286207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Directory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8128102" y="4084625"/>
            <a:ext cx="3495751" cy="2771546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rcRect l="-86" r="-86"/>
          <a:stretch/>
        </p:blipFill>
        <p:spPr>
          <a:xfrm>
            <a:off x="8137246" y="4093769"/>
            <a:ext cx="3473806" cy="47549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70748" y="5141671"/>
            <a:ext cx="32104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Regole Mail Flow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5"/>
          <p:cNvSpPr txBox="1"/>
          <p:nvPr/>
        </p:nvSpPr>
        <p:spPr>
          <a:xfrm>
            <a:off x="8289950" y="5533949"/>
            <a:ext cx="3172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Controllo del traffico email: blocchi, disclaimer, reindirizzamenti e sicurezza.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6"/>
          <p:cNvSpPr txBox="1"/>
          <p:nvPr/>
        </p:nvSpPr>
        <p:spPr>
          <a:xfrm>
            <a:off x="8289950" y="6328562"/>
            <a:ext cx="3172054" cy="286207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Transport Rules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3340303" y="895198"/>
            <a:ext cx="857707" cy="857707"/>
          </a:xfrm>
          <a:prstGeom prst="ellipse">
            <a:avLst/>
          </a:prstGeom>
          <a:solidFill>
            <a:srgbClr val="0078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7118604" y="895198"/>
            <a:ext cx="857707" cy="857707"/>
          </a:xfrm>
          <a:prstGeom prst="ellipse">
            <a:avLst/>
          </a:prstGeom>
          <a:solidFill>
            <a:srgbClr val="D83B0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10896905" y="895198"/>
            <a:ext cx="857707" cy="857707"/>
          </a:xfrm>
          <a:prstGeom prst="ellipse">
            <a:avLst/>
          </a:prstGeom>
          <a:solidFill>
            <a:srgbClr val="107C1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3340303" y="3951122"/>
            <a:ext cx="857707" cy="857707"/>
          </a:xfrm>
          <a:prstGeom prst="ellipse">
            <a:avLst/>
          </a:prstGeom>
          <a:solidFill>
            <a:srgbClr val="8764B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7118604" y="3951122"/>
            <a:ext cx="857707" cy="857707"/>
          </a:xfrm>
          <a:prstGeom prst="ellipse">
            <a:avLst/>
          </a:prstGeom>
          <a:solidFill>
            <a:srgbClr val="C50F1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10896905" y="3951122"/>
            <a:ext cx="857707" cy="857707"/>
          </a:xfrm>
          <a:prstGeom prst="ellipse">
            <a:avLst/>
          </a:prstGeom>
          <a:solidFill>
            <a:srgbClr val="004E8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1984248" y="1276502"/>
            <a:ext cx="666598" cy="666598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rcRect l="-567" r="-567"/>
          <a:stretch/>
        </p:blipFill>
        <p:spPr>
          <a:xfrm>
            <a:off x="2169871" y="1442923"/>
            <a:ext cx="295351" cy="333756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5762549" y="1276502"/>
            <a:ext cx="666598" cy="666598"/>
          </a:xfrm>
          <a:prstGeom prst="ellipse">
            <a:avLst/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rcRect l="-192" r="-192"/>
          <a:stretch/>
        </p:blipFill>
        <p:spPr>
          <a:xfrm>
            <a:off x="5885993" y="1442923"/>
            <a:ext cx="418795" cy="333756"/>
          </a:xfrm>
          <a:prstGeom prst="rect">
            <a:avLst/>
          </a:prstGeom>
        </p:spPr>
      </p:pic>
      <p:sp>
        <p:nvSpPr>
          <p:cNvPr id="45" name="Shape 35"/>
          <p:cNvSpPr/>
          <p:nvPr/>
        </p:nvSpPr>
        <p:spPr>
          <a:xfrm>
            <a:off x="9540850" y="1276502"/>
            <a:ext cx="666598" cy="666598"/>
          </a:xfrm>
          <a:prstGeom prst="ellipse">
            <a:avLst/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rcRect l="-567" r="-567"/>
          <a:stretch/>
        </p:blipFill>
        <p:spPr>
          <a:xfrm>
            <a:off x="9726473" y="1442923"/>
            <a:ext cx="295351" cy="333756"/>
          </a:xfrm>
          <a:prstGeom prst="rect">
            <a:avLst/>
          </a:prstGeom>
        </p:spPr>
      </p:pic>
      <p:sp>
        <p:nvSpPr>
          <p:cNvPr id="47" name="Shape 36"/>
          <p:cNvSpPr/>
          <p:nvPr/>
        </p:nvSpPr>
        <p:spPr>
          <a:xfrm>
            <a:off x="1984248" y="4331513"/>
            <a:ext cx="666598" cy="666598"/>
          </a:xfrm>
          <a:prstGeom prst="ellipse">
            <a:avLst/>
          </a:prstGeom>
          <a:solidFill>
            <a:srgbClr val="F3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2"/>
          <a:srcRect l="-776" r="-776"/>
          <a:stretch/>
        </p:blipFill>
        <p:spPr>
          <a:xfrm>
            <a:off x="2126894" y="4498848"/>
            <a:ext cx="381305" cy="333756"/>
          </a:xfrm>
          <a:prstGeom prst="rect">
            <a:avLst/>
          </a:prstGeom>
        </p:spPr>
      </p:pic>
      <p:sp>
        <p:nvSpPr>
          <p:cNvPr id="49" name="Shape 37"/>
          <p:cNvSpPr/>
          <p:nvPr/>
        </p:nvSpPr>
        <p:spPr>
          <a:xfrm>
            <a:off x="5762549" y="4331513"/>
            <a:ext cx="666598" cy="666598"/>
          </a:xfrm>
          <a:prstGeom prst="ellipse">
            <a:avLst/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928970" y="4498848"/>
            <a:ext cx="333756" cy="333756"/>
          </a:xfrm>
          <a:prstGeom prst="rect">
            <a:avLst/>
          </a:prstGeom>
        </p:spPr>
      </p:pic>
      <p:sp>
        <p:nvSpPr>
          <p:cNvPr id="51" name="Shape 38"/>
          <p:cNvSpPr/>
          <p:nvPr/>
        </p:nvSpPr>
        <p:spPr>
          <a:xfrm>
            <a:off x="9540850" y="4331513"/>
            <a:ext cx="666598" cy="666598"/>
          </a:xfrm>
          <a:prstGeom prst="ellipse">
            <a:avLst/>
          </a:prstGeom>
          <a:solidFill>
            <a:srgbClr val="E6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707270" y="4498848"/>
            <a:ext cx="333756" cy="333756"/>
          </a:xfrm>
          <a:prstGeom prst="rect">
            <a:avLst/>
          </a:prstGeom>
        </p:spPr>
      </p:pic>
      <p:sp>
        <p:nvSpPr>
          <p:cNvPr id="53" name="Shape 39"/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40"/>
          <p:cNvSpPr/>
          <p:nvPr/>
        </p:nvSpPr>
        <p:spPr>
          <a:xfrm>
            <a:off x="0" y="60899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41"/>
          <p:cNvSpPr txBox="1"/>
          <p:nvPr/>
        </p:nvSpPr>
        <p:spPr>
          <a:xfrm>
            <a:off x="571500" y="0"/>
            <a:ext cx="3467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52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Exchange Online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42"/>
          <p:cNvSpPr txBox="1"/>
          <p:nvPr/>
        </p:nvSpPr>
        <p:spPr>
          <a:xfrm>
            <a:off x="571500" y="228600"/>
            <a:ext cx="380481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Componenti Chiave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43"/>
          <p:cNvSpPr/>
          <p:nvPr/>
        </p:nvSpPr>
        <p:spPr>
          <a:xfrm>
            <a:off x="9664294" y="123444"/>
            <a:ext cx="1962302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8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864547" y="228600"/>
            <a:ext cx="152705" cy="152705"/>
          </a:xfrm>
          <a:prstGeom prst="rect">
            <a:avLst/>
          </a:prstGeom>
        </p:spPr>
      </p:pic>
      <p:sp>
        <p:nvSpPr>
          <p:cNvPr id="59" name="Text 44"/>
          <p:cNvSpPr txBox="1"/>
          <p:nvPr/>
        </p:nvSpPr>
        <p:spPr>
          <a:xfrm>
            <a:off x="10131552" y="123444"/>
            <a:ext cx="13533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Struttura Exchange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57707"/>
            <a:ext cx="12191695" cy="6001207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714146" y="1238098"/>
            <a:ext cx="3429000" cy="523859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4146" y="1238098"/>
            <a:ext cx="3429000" cy="1848002"/>
          </a:xfrm>
          <a:prstGeom prst="roundRect">
            <a:avLst>
              <a:gd name="adj" fmla="val 4081"/>
            </a:avLst>
          </a:prstGeom>
          <a:solidFill>
            <a:srgbClr val="0078D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14146" y="3028493"/>
            <a:ext cx="3429000" cy="57607"/>
          </a:xfrm>
          <a:prstGeom prst="roundRect">
            <a:avLst>
              <a:gd name="adj" fmla="val 130912"/>
            </a:avLst>
          </a:prstGeom>
          <a:solidFill>
            <a:srgbClr val="005A9E"/>
          </a:solidFill>
          <a:ln w="12700">
            <a:solidFill>
              <a:srgbClr val="005A9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095805" y="1476756"/>
            <a:ext cx="666598" cy="666598"/>
          </a:xfrm>
          <a:prstGeom prst="roundRect">
            <a:avLst>
              <a:gd name="adj" fmla="val 35273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2229307" y="1580998"/>
            <a:ext cx="400507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40180" y="2257654"/>
            <a:ext cx="198424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Casella Utente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1623060" y="2600554"/>
            <a:ext cx="16212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90000"/>
                  </a:srgbClr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Personale &amp; Dedicata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714146" y="3086100"/>
            <a:ext cx="3429000" cy="3390595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1802282" y="3323844"/>
            <a:ext cx="1257300" cy="267005"/>
          </a:xfrm>
          <a:prstGeom prst="roundRect">
            <a:avLst>
              <a:gd name="adj" fmla="val 24461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1773022" y="3391281"/>
            <a:ext cx="13149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8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Quando usarla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895198" y="3666744"/>
            <a:ext cx="3067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"La mia mail aziendale"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952805" y="4724705"/>
            <a:ext cx="29525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52805" y="4086454"/>
            <a:ext cx="152705" cy="1527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18895" y="4048049"/>
            <a:ext cx="2793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Richiede Licenza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1218895" y="4276649"/>
            <a:ext cx="2762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Necessita di una licenza Exchange Online o M365 assegnata all'utente.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952805" y="5553151"/>
            <a:ext cx="29525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52805" y="4914900"/>
            <a:ext cx="152705" cy="15270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18895" y="4876495"/>
            <a:ext cx="2793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Credenziali Proprie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1218895" y="5105095"/>
            <a:ext cx="2762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L'utente accede con username e password personali (MFA).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52805" y="5743346"/>
            <a:ext cx="152705" cy="1527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18895" y="5705856"/>
            <a:ext cx="2793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Spazio Personale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1218895" y="5934456"/>
            <a:ext cx="2762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Archivio personale (50GB/100GB) e accesso completo a calendari e contatti.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4381805" y="1238098"/>
            <a:ext cx="3429000" cy="5238598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381805" y="1238098"/>
            <a:ext cx="3429000" cy="1848002"/>
          </a:xfrm>
          <a:prstGeom prst="roundRect">
            <a:avLst>
              <a:gd name="adj" fmla="val 4081"/>
            </a:avLst>
          </a:prstGeom>
          <a:solidFill>
            <a:srgbClr val="107C1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4381805" y="3028493"/>
            <a:ext cx="3429000" cy="57607"/>
          </a:xfrm>
          <a:prstGeom prst="roundRect">
            <a:avLst>
              <a:gd name="adj" fmla="val 130912"/>
            </a:avLst>
          </a:prstGeom>
          <a:solidFill>
            <a:srgbClr val="0B5A0B"/>
          </a:solidFill>
          <a:ln w="12700">
            <a:solidFill>
              <a:srgbClr val="0B5A0B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5762549" y="1476756"/>
            <a:ext cx="666598" cy="666598"/>
          </a:xfrm>
          <a:prstGeom prst="roundRect">
            <a:avLst>
              <a:gd name="adj" fmla="val 35273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10098" y="1580998"/>
            <a:ext cx="571500" cy="4572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4921301" y="2257654"/>
            <a:ext cx="235823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Casella Condivisa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4"/>
          <p:cNvSpPr txBox="1"/>
          <p:nvPr/>
        </p:nvSpPr>
        <p:spPr>
          <a:xfrm>
            <a:off x="5162702" y="2600554"/>
            <a:ext cx="18708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90000"/>
                  </a:srgbClr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Generica &amp; Collaborativa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5"/>
          <p:cNvSpPr/>
          <p:nvPr/>
        </p:nvSpPr>
        <p:spPr>
          <a:xfrm>
            <a:off x="4381805" y="3086100"/>
            <a:ext cx="3429000" cy="3390595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6"/>
          <p:cNvSpPr/>
          <p:nvPr/>
        </p:nvSpPr>
        <p:spPr>
          <a:xfrm>
            <a:off x="5469026" y="3323844"/>
            <a:ext cx="1257300" cy="267005"/>
          </a:xfrm>
          <a:prstGeom prst="roundRect">
            <a:avLst>
              <a:gd name="adj" fmla="val 244618"/>
            </a:avLst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27"/>
          <p:cNvSpPr txBox="1"/>
          <p:nvPr/>
        </p:nvSpPr>
        <p:spPr>
          <a:xfrm>
            <a:off x="5440680" y="3390595"/>
            <a:ext cx="13149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8" normalizeH="0" baseline="0" noProof="0" dirty="0">
                <a:ln>
                  <a:noFill/>
                </a:ln>
                <a:solidFill>
                  <a:srgbClr val="107C1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Quando usarla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28"/>
          <p:cNvSpPr txBox="1"/>
          <p:nvPr/>
        </p:nvSpPr>
        <p:spPr>
          <a:xfrm>
            <a:off x="4562856" y="3666744"/>
            <a:ext cx="3067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"info@, supporto@, vendite@"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29"/>
          <p:cNvSpPr/>
          <p:nvPr/>
        </p:nvSpPr>
        <p:spPr>
          <a:xfrm>
            <a:off x="4619549" y="4724705"/>
            <a:ext cx="29525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19549" y="4086454"/>
            <a:ext cx="152705" cy="152705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4886554" y="4048049"/>
            <a:ext cx="2793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Nessuna Licenza*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1"/>
          <p:cNvSpPr txBox="1"/>
          <p:nvPr/>
        </p:nvSpPr>
        <p:spPr>
          <a:xfrm>
            <a:off x="4886554" y="4276649"/>
            <a:ext cx="2762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Gratuita fino a 50GB. Non richiede licenza se non supera il limite.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2"/>
          <p:cNvSpPr/>
          <p:nvPr/>
        </p:nvSpPr>
        <p:spPr>
          <a:xfrm>
            <a:off x="4619549" y="5553151"/>
            <a:ext cx="29525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19549" y="4914900"/>
            <a:ext cx="152705" cy="152705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4886554" y="4876495"/>
            <a:ext cx="2793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Accesso Delegato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34"/>
          <p:cNvSpPr txBox="1"/>
          <p:nvPr/>
        </p:nvSpPr>
        <p:spPr>
          <a:xfrm>
            <a:off x="4886554" y="5105095"/>
            <a:ext cx="2762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Disabilitata al login diretto. Si accede tramite delega dalla propria casella.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19549" y="5743346"/>
            <a:ext cx="152705" cy="152705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4886554" y="5705856"/>
            <a:ext cx="2793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Cronologia Comune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36"/>
          <p:cNvSpPr txBox="1"/>
          <p:nvPr/>
        </p:nvSpPr>
        <p:spPr>
          <a:xfrm>
            <a:off x="4886554" y="5934456"/>
            <a:ext cx="2762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Più utenti vedono e rispondono alle stesse email. Utile per team di supporto.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8048549" y="1238098"/>
            <a:ext cx="3429000" cy="5238598"/>
          </a:xfrm>
          <a:prstGeom prst="rect">
            <a:avLst/>
          </a:prstGeom>
        </p:spPr>
      </p:pic>
      <p:sp>
        <p:nvSpPr>
          <p:cNvPr id="50" name="Shape 37"/>
          <p:cNvSpPr/>
          <p:nvPr/>
        </p:nvSpPr>
        <p:spPr>
          <a:xfrm>
            <a:off x="8048549" y="1238098"/>
            <a:ext cx="3429000" cy="1848002"/>
          </a:xfrm>
          <a:prstGeom prst="roundRect">
            <a:avLst>
              <a:gd name="adj" fmla="val 4081"/>
            </a:avLst>
          </a:prstGeom>
          <a:solidFill>
            <a:srgbClr val="D134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38"/>
          <p:cNvSpPr/>
          <p:nvPr/>
        </p:nvSpPr>
        <p:spPr>
          <a:xfrm>
            <a:off x="8048549" y="3028493"/>
            <a:ext cx="3429000" cy="57607"/>
          </a:xfrm>
          <a:prstGeom prst="roundRect">
            <a:avLst>
              <a:gd name="adj" fmla="val 130912"/>
            </a:avLst>
          </a:prstGeom>
          <a:solidFill>
            <a:srgbClr val="A4262C"/>
          </a:solidFill>
          <a:ln w="12700">
            <a:solidFill>
              <a:srgbClr val="A4262C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39"/>
          <p:cNvSpPr/>
          <p:nvPr/>
        </p:nvSpPr>
        <p:spPr>
          <a:xfrm>
            <a:off x="9430207" y="1476756"/>
            <a:ext cx="666598" cy="666598"/>
          </a:xfrm>
          <a:prstGeom prst="roundRect">
            <a:avLst>
              <a:gd name="adj" fmla="val 35273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8"/>
          <a:srcRect l="-57" r="-57"/>
          <a:stretch/>
        </p:blipFill>
        <p:spPr>
          <a:xfrm>
            <a:off x="9562795" y="1580998"/>
            <a:ext cx="400507" cy="457200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8750808" y="2257654"/>
            <a:ext cx="20290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Casella Risorsa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41"/>
          <p:cNvSpPr txBox="1"/>
          <p:nvPr/>
        </p:nvSpPr>
        <p:spPr>
          <a:xfrm>
            <a:off x="9040673" y="2600554"/>
            <a:ext cx="14511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90000"/>
                  </a:srgbClr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Sale &amp; Attrezzature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42"/>
          <p:cNvSpPr/>
          <p:nvPr/>
        </p:nvSpPr>
        <p:spPr>
          <a:xfrm>
            <a:off x="8048549" y="3086100"/>
            <a:ext cx="3429000" cy="3390595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43"/>
          <p:cNvSpPr/>
          <p:nvPr/>
        </p:nvSpPr>
        <p:spPr>
          <a:xfrm>
            <a:off x="9135770" y="3323844"/>
            <a:ext cx="1257300" cy="267005"/>
          </a:xfrm>
          <a:prstGeom prst="roundRect">
            <a:avLst>
              <a:gd name="adj" fmla="val 244618"/>
            </a:avLst>
          </a:prstGeom>
          <a:solidFill>
            <a:srgbClr val="FDE7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44"/>
          <p:cNvSpPr txBox="1"/>
          <p:nvPr/>
        </p:nvSpPr>
        <p:spPr>
          <a:xfrm>
            <a:off x="9107424" y="3400196"/>
            <a:ext cx="13149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8" normalizeH="0" baseline="0" noProof="0" dirty="0">
                <a:ln>
                  <a:noFill/>
                </a:ln>
                <a:solidFill>
                  <a:srgbClr val="D13438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Quando usarla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45"/>
          <p:cNvSpPr txBox="1"/>
          <p:nvPr/>
        </p:nvSpPr>
        <p:spPr>
          <a:xfrm>
            <a:off x="8229600" y="3666744"/>
            <a:ext cx="3067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"Sala Riunioni, Proiettore"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46"/>
          <p:cNvSpPr/>
          <p:nvPr/>
        </p:nvSpPr>
        <p:spPr>
          <a:xfrm>
            <a:off x="8287207" y="4724705"/>
            <a:ext cx="29525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" name="Image 12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287207" y="4086454"/>
            <a:ext cx="152705" cy="152705"/>
          </a:xfrm>
          <a:prstGeom prst="rect">
            <a:avLst/>
          </a:prstGeom>
        </p:spPr>
      </p:pic>
      <p:sp>
        <p:nvSpPr>
          <p:cNvPr id="62" name="Text 47"/>
          <p:cNvSpPr txBox="1"/>
          <p:nvPr/>
        </p:nvSpPr>
        <p:spPr>
          <a:xfrm>
            <a:off x="8553298" y="4048049"/>
            <a:ext cx="2793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Prenotazione 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48"/>
          <p:cNvSpPr txBox="1"/>
          <p:nvPr/>
        </p:nvSpPr>
        <p:spPr>
          <a:xfrm>
            <a:off x="8553298" y="4276649"/>
            <a:ext cx="2762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Accetta o rifiuta automaticamente le richieste di riunione in base alla disponibilità.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49"/>
          <p:cNvSpPr/>
          <p:nvPr/>
        </p:nvSpPr>
        <p:spPr>
          <a:xfrm>
            <a:off x="8287207" y="5553151"/>
            <a:ext cx="29525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5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287207" y="4914900"/>
            <a:ext cx="152705" cy="152705"/>
          </a:xfrm>
          <a:prstGeom prst="rect">
            <a:avLst/>
          </a:prstGeom>
        </p:spPr>
      </p:pic>
      <p:sp>
        <p:nvSpPr>
          <p:cNvPr id="66" name="Text 50"/>
          <p:cNvSpPr txBox="1"/>
          <p:nvPr/>
        </p:nvSpPr>
        <p:spPr>
          <a:xfrm>
            <a:off x="8553298" y="4876495"/>
            <a:ext cx="2793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Gratuita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51"/>
          <p:cNvSpPr txBox="1"/>
          <p:nvPr/>
        </p:nvSpPr>
        <p:spPr>
          <a:xfrm>
            <a:off x="8553298" y="5105095"/>
            <a:ext cx="2762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Come le condivise, non richiede licenza per funzionalità base di calendario.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8" name="Image 14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287207" y="5743346"/>
            <a:ext cx="152705" cy="152705"/>
          </a:xfrm>
          <a:prstGeom prst="rect">
            <a:avLst/>
          </a:prstGeom>
        </p:spPr>
      </p:pic>
      <p:sp>
        <p:nvSpPr>
          <p:cNvPr id="69" name="Text 52"/>
          <p:cNvSpPr txBox="1"/>
          <p:nvPr/>
        </p:nvSpPr>
        <p:spPr>
          <a:xfrm>
            <a:off x="8553298" y="5705856"/>
            <a:ext cx="2793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Capacità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53"/>
          <p:cNvSpPr txBox="1"/>
          <p:nvPr/>
        </p:nvSpPr>
        <p:spPr>
          <a:xfrm>
            <a:off x="8553298" y="5934456"/>
            <a:ext cx="2762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Può avere attributi come capienza, posizione, attrezzatura audio/video.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Shape 54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Shape 55"/>
          <p:cNvSpPr/>
          <p:nvPr/>
        </p:nvSpPr>
        <p:spPr>
          <a:xfrm>
            <a:off x="0" y="819302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56"/>
          <p:cNvSpPr txBox="1"/>
          <p:nvPr/>
        </p:nvSpPr>
        <p:spPr>
          <a:xfrm>
            <a:off x="571500" y="105156"/>
            <a:ext cx="7105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52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Exchange Online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 57"/>
          <p:cNvSpPr txBox="1"/>
          <p:nvPr/>
        </p:nvSpPr>
        <p:spPr>
          <a:xfrm>
            <a:off x="571500" y="333756"/>
            <a:ext cx="92775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Tipi di Casella: Utente, Condivisa, Risorsa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58"/>
          <p:cNvSpPr/>
          <p:nvPr/>
        </p:nvSpPr>
        <p:spPr>
          <a:xfrm>
            <a:off x="9579254" y="228600"/>
            <a:ext cx="2048256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6" name="Image 15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779508" y="333756"/>
            <a:ext cx="152705" cy="152705"/>
          </a:xfrm>
          <a:prstGeom prst="rect">
            <a:avLst/>
          </a:prstGeom>
        </p:spPr>
      </p:pic>
      <p:sp>
        <p:nvSpPr>
          <p:cNvPr id="77" name="Text 59"/>
          <p:cNvSpPr txBox="1"/>
          <p:nvPr/>
        </p:nvSpPr>
        <p:spPr>
          <a:xfrm>
            <a:off x="10046513" y="228600"/>
            <a:ext cx="14383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Destinatari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71500" y="1190549"/>
            <a:ext cx="5333695" cy="4667098"/>
          </a:xfrm>
          <a:prstGeom prst="roundRect">
            <a:avLst>
              <a:gd name="adj" fmla="val 4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71754" y="2581351"/>
            <a:ext cx="4934102" cy="724205"/>
          </a:xfrm>
          <a:prstGeom prst="roundRect">
            <a:avLst>
              <a:gd name="adj" fmla="val 13291"/>
            </a:avLst>
          </a:prstGeom>
          <a:solidFill>
            <a:srgbClr val="F8F9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71754" y="2581351"/>
            <a:ext cx="38405" cy="724205"/>
          </a:xfrm>
          <a:prstGeom prst="roundRect">
            <a:avLst>
              <a:gd name="adj" fmla="val 250625"/>
            </a:avLst>
          </a:prstGeom>
          <a:solidFill>
            <a:srgbClr val="605E5C"/>
          </a:solidFill>
          <a:ln w="12700">
            <a:solidFill>
              <a:srgbClr val="605E5C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5256" y="2713025"/>
            <a:ext cx="133502" cy="1335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5451" y="2676449"/>
            <a:ext cx="83941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Solo Email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905256" y="2901391"/>
            <a:ext cx="47823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Ideali quando serve inviare email a un gruppo di persone senza necessità di collaborazione o storico messaggi.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71754" y="3396996"/>
            <a:ext cx="4934102" cy="724205"/>
          </a:xfrm>
          <a:prstGeom prst="roundRect">
            <a:avLst>
              <a:gd name="adj" fmla="val 13291"/>
            </a:avLst>
          </a:prstGeom>
          <a:solidFill>
            <a:srgbClr val="F8F9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71754" y="3396996"/>
            <a:ext cx="38405" cy="724205"/>
          </a:xfrm>
          <a:prstGeom prst="roundRect">
            <a:avLst>
              <a:gd name="adj" fmla="val 250625"/>
            </a:avLst>
          </a:prstGeom>
          <a:solidFill>
            <a:srgbClr val="605E5C"/>
          </a:solidFill>
          <a:ln w="12700">
            <a:solidFill>
              <a:srgbClr val="605E5C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5256" y="3527755"/>
            <a:ext cx="133502" cy="1335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95451" y="3492094"/>
            <a:ext cx="132039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Nessuno Storico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905256" y="3717036"/>
            <a:ext cx="47823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 nuovi membri non vedono le email inviate prima del loro arrivo. Non c'è un'area file condivisa.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71754" y="4211726"/>
            <a:ext cx="4934102" cy="571500"/>
          </a:xfrm>
          <a:prstGeom prst="roundRect">
            <a:avLst>
              <a:gd name="adj" fmla="val 21333"/>
            </a:avLst>
          </a:prstGeom>
          <a:solidFill>
            <a:srgbClr val="F8F9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771754" y="4211726"/>
            <a:ext cx="38405" cy="571500"/>
          </a:xfrm>
          <a:prstGeom prst="roundRect">
            <a:avLst>
              <a:gd name="adj" fmla="val 317459"/>
            </a:avLst>
          </a:prstGeom>
          <a:solidFill>
            <a:srgbClr val="605E5C"/>
          </a:solidFill>
          <a:ln w="12700">
            <a:solidFill>
              <a:srgbClr val="605E5C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905256" y="4343400"/>
            <a:ext cx="171907" cy="1335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33856" y="4307738"/>
            <a:ext cx="12929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Contatti Esterni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905256" y="4532681"/>
            <a:ext cx="5391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Facile inclusione di contatti esterni per comunicazioni massive semplici.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771754" y="5469026"/>
            <a:ext cx="2553005" cy="237744"/>
          </a:xfrm>
          <a:prstGeom prst="roundRect">
            <a:avLst>
              <a:gd name="adj" fmla="val 184615"/>
            </a:avLst>
          </a:prstGeom>
          <a:solidFill>
            <a:srgbClr val="EDEB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877367" y="5534863"/>
            <a:ext cx="26289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Quando usare: Comunicazioni One-Way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580644" y="1200607"/>
            <a:ext cx="5315407" cy="1238098"/>
          </a:xfrm>
          <a:prstGeom prst="roundRect">
            <a:avLst>
              <a:gd name="adj" fmla="val 6817"/>
            </a:avLst>
          </a:prstGeom>
          <a:solidFill>
            <a:srgbClr val="605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3047695" y="1343254"/>
            <a:ext cx="381305" cy="381305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152851" y="1447495"/>
            <a:ext cx="171907" cy="17190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66598" y="1800454"/>
            <a:ext cx="5143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Liste di Distribuzione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1"/>
          <p:cNvSpPr txBox="1"/>
          <p:nvPr/>
        </p:nvSpPr>
        <p:spPr>
          <a:xfrm>
            <a:off x="666598" y="2143354"/>
            <a:ext cx="5143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Strumento Tradizionale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6286500" y="1190549"/>
            <a:ext cx="5333695" cy="4667098"/>
          </a:xfrm>
          <a:prstGeom prst="roundRect">
            <a:avLst>
              <a:gd name="adj" fmla="val 4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6486754" y="2581351"/>
            <a:ext cx="4934102" cy="724205"/>
          </a:xfrm>
          <a:prstGeom prst="roundRect">
            <a:avLst>
              <a:gd name="adj" fmla="val 13291"/>
            </a:avLst>
          </a:prstGeom>
          <a:solidFill>
            <a:srgbClr val="F8F9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6486754" y="2581351"/>
            <a:ext cx="38405" cy="724205"/>
          </a:xfrm>
          <a:prstGeom prst="roundRect">
            <a:avLst>
              <a:gd name="adj" fmla="val 250625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l="-837" r="-837"/>
          <a:stretch/>
        </p:blipFill>
        <p:spPr>
          <a:xfrm>
            <a:off x="6620256" y="2713025"/>
            <a:ext cx="152705" cy="13350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829654" y="2676449"/>
            <a:ext cx="167518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Ecosistema Completo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6"/>
          <p:cNvSpPr txBox="1"/>
          <p:nvPr/>
        </p:nvSpPr>
        <p:spPr>
          <a:xfrm>
            <a:off x="6620256" y="2901391"/>
            <a:ext cx="47823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Crea automaticamente: casella posta, calendario, sito SharePoint, Team, Planner e OneNote condivisi.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6486754" y="3396996"/>
            <a:ext cx="4934102" cy="724205"/>
          </a:xfrm>
          <a:prstGeom prst="roundRect">
            <a:avLst>
              <a:gd name="adj" fmla="val 13291"/>
            </a:avLst>
          </a:prstGeom>
          <a:solidFill>
            <a:srgbClr val="F8F9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8"/>
          <p:cNvSpPr/>
          <p:nvPr/>
        </p:nvSpPr>
        <p:spPr>
          <a:xfrm>
            <a:off x="6486754" y="3396996"/>
            <a:ext cx="38405" cy="724205"/>
          </a:xfrm>
          <a:prstGeom prst="roundRect">
            <a:avLst>
              <a:gd name="adj" fmla="val 250625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20256" y="3527755"/>
            <a:ext cx="133502" cy="13350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6810451" y="3492094"/>
            <a:ext cx="151973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Storico &amp; Contesto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0"/>
          <p:cNvSpPr txBox="1"/>
          <p:nvPr/>
        </p:nvSpPr>
        <p:spPr>
          <a:xfrm>
            <a:off x="6620256" y="3717036"/>
            <a:ext cx="47823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 nuovi membri accedono a tutto lo storico delle conversazioni e ai file precedenti. Tutto è centralizzato.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6486754" y="4211726"/>
            <a:ext cx="4934102" cy="724205"/>
          </a:xfrm>
          <a:prstGeom prst="roundRect">
            <a:avLst>
              <a:gd name="adj" fmla="val 13291"/>
            </a:avLst>
          </a:prstGeom>
          <a:solidFill>
            <a:srgbClr val="F8F9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6486754" y="4211726"/>
            <a:ext cx="38405" cy="724205"/>
          </a:xfrm>
          <a:prstGeom prst="roundRect">
            <a:avLst>
              <a:gd name="adj" fmla="val 250625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rcRect l="-1507" r="-1507"/>
          <a:stretch/>
        </p:blipFill>
        <p:spPr>
          <a:xfrm>
            <a:off x="6620256" y="4343400"/>
            <a:ext cx="171907" cy="133502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6848856" y="4307738"/>
            <a:ext cx="175747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Collaborazione Attiva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4"/>
          <p:cNvSpPr txBox="1"/>
          <p:nvPr/>
        </p:nvSpPr>
        <p:spPr>
          <a:xfrm>
            <a:off x="6620256" y="4532681"/>
            <a:ext cx="47823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Perfetto per team di progetto, dipartimenti e gruppi che lavorano insieme quotidianamente.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35"/>
          <p:cNvSpPr/>
          <p:nvPr/>
        </p:nvSpPr>
        <p:spPr>
          <a:xfrm>
            <a:off x="6486754" y="5469026"/>
            <a:ext cx="2018995" cy="237744"/>
          </a:xfrm>
          <a:prstGeom prst="roundRect">
            <a:avLst>
              <a:gd name="adj" fmla="val 184615"/>
            </a:avLst>
          </a:prstGeom>
          <a:solidFill>
            <a:srgbClr val="CFE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36"/>
          <p:cNvSpPr txBox="1"/>
          <p:nvPr/>
        </p:nvSpPr>
        <p:spPr>
          <a:xfrm>
            <a:off x="6610198" y="5517718"/>
            <a:ext cx="20958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Quando usare: Lavoro di Team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37"/>
          <p:cNvSpPr/>
          <p:nvPr/>
        </p:nvSpPr>
        <p:spPr>
          <a:xfrm>
            <a:off x="6295644" y="1200607"/>
            <a:ext cx="5315407" cy="1238098"/>
          </a:xfrm>
          <a:prstGeom prst="roundRect">
            <a:avLst>
              <a:gd name="adj" fmla="val 6817"/>
            </a:avLst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38"/>
          <p:cNvSpPr/>
          <p:nvPr/>
        </p:nvSpPr>
        <p:spPr>
          <a:xfrm>
            <a:off x="8762695" y="1343254"/>
            <a:ext cx="381305" cy="381305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10"/>
          <a:srcRect t="-1310" b="-1310"/>
          <a:stretch/>
        </p:blipFill>
        <p:spPr>
          <a:xfrm>
            <a:off x="8848649" y="1447495"/>
            <a:ext cx="209398" cy="171907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6381598" y="1800454"/>
            <a:ext cx="5143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Gruppi Microsoft 365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0"/>
          <p:cNvSpPr txBox="1"/>
          <p:nvPr/>
        </p:nvSpPr>
        <p:spPr>
          <a:xfrm>
            <a:off x="6381598" y="2143354"/>
            <a:ext cx="5143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DBEAFE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Collaborazione Moderna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42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43"/>
          <p:cNvSpPr txBox="1"/>
          <p:nvPr/>
        </p:nvSpPr>
        <p:spPr>
          <a:xfrm>
            <a:off x="571500" y="152705"/>
            <a:ext cx="6449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52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Collaborazione Exchange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44"/>
          <p:cNvSpPr txBox="1"/>
          <p:nvPr/>
        </p:nvSpPr>
        <p:spPr>
          <a:xfrm>
            <a:off x="571500" y="381305"/>
            <a:ext cx="805677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Gruppi M365 vs Liste di Distribuzione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45"/>
          <p:cNvSpPr/>
          <p:nvPr/>
        </p:nvSpPr>
        <p:spPr>
          <a:xfrm>
            <a:off x="9401861" y="276149"/>
            <a:ext cx="2219249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11"/>
          <a:srcRect t="-180" b="-180"/>
          <a:stretch/>
        </p:blipFill>
        <p:spPr>
          <a:xfrm>
            <a:off x="9602114" y="381305"/>
            <a:ext cx="190195" cy="152705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9906610" y="276149"/>
            <a:ext cx="157551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Scelta dello Strumento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47"/>
          <p:cNvSpPr txBox="1"/>
          <p:nvPr/>
        </p:nvSpPr>
        <p:spPr>
          <a:xfrm>
            <a:off x="5857646" y="3400654"/>
            <a:ext cx="476402" cy="419710"/>
          </a:xfrm>
          <a:prstGeom prst="rect">
            <a:avLst/>
          </a:prstGeom>
          <a:solidFill>
            <a:srgbClr val="FFFFFF"/>
          </a:solidFill>
          <a:ln w="50800">
            <a:solidFill>
              <a:srgbClr val="F8F9FA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VS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48"/>
          <p:cNvSpPr/>
          <p:nvPr/>
        </p:nvSpPr>
        <p:spPr>
          <a:xfrm>
            <a:off x="571500" y="6229807"/>
            <a:ext cx="11048695" cy="437998"/>
          </a:xfrm>
          <a:prstGeom prst="roundRect">
            <a:avLst>
              <a:gd name="adj" fmla="val 36307"/>
            </a:avLst>
          </a:prstGeom>
          <a:solidFill>
            <a:srgbClr val="F0F6FF"/>
          </a:solidFill>
          <a:ln w="12700">
            <a:solidFill>
              <a:srgbClr val="C7E0F4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0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698041" y="6353251"/>
            <a:ext cx="142646" cy="190195"/>
          </a:xfrm>
          <a:prstGeom prst="rect">
            <a:avLst/>
          </a:prstGeom>
        </p:spPr>
      </p:pic>
      <p:sp>
        <p:nvSpPr>
          <p:cNvPr id="61" name="Text 49"/>
          <p:cNvSpPr txBox="1"/>
          <p:nvPr/>
        </p:nvSpPr>
        <p:spPr>
          <a:xfrm>
            <a:off x="1954987" y="6229807"/>
            <a:ext cx="86209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437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Consiglio: Usa i Gruppi M365 per la collaborazione interna e le Liste di Distribuzione solo per invii massivi o contatti esterni semplici.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84225"/>
            <a:ext cx="12191695" cy="598200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305" y="884225"/>
            <a:ext cx="12191695" cy="59737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18895" y="4503420"/>
            <a:ext cx="38405" cy="267005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333195" y="4503420"/>
            <a:ext cx="97539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Esempi Pratici di Regole Comuni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218895" y="4922215"/>
            <a:ext cx="3124505" cy="1410005"/>
          </a:xfrm>
          <a:prstGeom prst="roundRect">
            <a:avLst>
              <a:gd name="adj" fmla="val 3505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218895" y="4922215"/>
            <a:ext cx="47549" cy="1410005"/>
          </a:xfrm>
          <a:prstGeom prst="roundRect">
            <a:avLst>
              <a:gd name="adj" fmla="val 103950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57554" y="5141671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28800" y="5122469"/>
            <a:ext cx="2407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Disclaimer Esterno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1828800" y="5398618"/>
            <a:ext cx="2391156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Se il mittente è "Outside Organization", aggiungi in cima: "ATTENZIONE: Questa mail proviene dall'esterno".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533595" y="4922215"/>
            <a:ext cx="3124505" cy="1410005"/>
          </a:xfrm>
          <a:prstGeom prst="roundRect">
            <a:avLst>
              <a:gd name="adj" fmla="val 3505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533595" y="4922215"/>
            <a:ext cx="47549" cy="1410005"/>
          </a:xfrm>
          <a:prstGeom prst="roundRect">
            <a:avLst>
              <a:gd name="adj" fmla="val 103950"/>
            </a:avLst>
          </a:prstGeom>
          <a:solidFill>
            <a:srgbClr val="EA5C00"/>
          </a:solidFill>
          <a:ln w="12700">
            <a:solidFill>
              <a:srgbClr val="EA5C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4772254" y="5141671"/>
            <a:ext cx="256946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71846" y="5122469"/>
            <a:ext cx="25484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Loss Prevention (DLP)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5171846" y="5398618"/>
            <a:ext cx="23628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Se il messaggio contiene numeri di Carte di Credito o Codici Fiscali, blocca l'invio e notifica l'amministratore.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848295" y="4922215"/>
            <a:ext cx="3124505" cy="1410005"/>
          </a:xfrm>
          <a:prstGeom prst="roundRect">
            <a:avLst>
              <a:gd name="adj" fmla="val 3505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848295" y="4922215"/>
            <a:ext cx="47549" cy="1410005"/>
          </a:xfrm>
          <a:prstGeom prst="roundRect">
            <a:avLst>
              <a:gd name="adj" fmla="val 103950"/>
            </a:avLst>
          </a:prstGeom>
          <a:solidFill>
            <a:srgbClr val="D13438"/>
          </a:solidFill>
          <a:ln w="12700">
            <a:solidFill>
              <a:srgbClr val="D1343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86954" y="514167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458200" y="5122469"/>
            <a:ext cx="25493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Blocco Allegati Pericolosi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8458200" y="5398618"/>
            <a:ext cx="23911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Se l'allegato ha estensione .exe, .bat o .vbs, blocca il messaggio e invia un avviso di sicurezza al mittente.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0" y="0"/>
            <a:ext cx="12191695" cy="8860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0" y="847649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9"/>
          <p:cNvSpPr txBox="1"/>
          <p:nvPr/>
        </p:nvSpPr>
        <p:spPr>
          <a:xfrm>
            <a:off x="571500" y="117958"/>
            <a:ext cx="34390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52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Mail Flow &amp; Sicurezza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0"/>
          <p:cNvSpPr txBox="1"/>
          <p:nvPr/>
        </p:nvSpPr>
        <p:spPr>
          <a:xfrm>
            <a:off x="571500" y="346558"/>
            <a:ext cx="423001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Regole di Trasporto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10096805" y="242316"/>
            <a:ext cx="1524305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10297058" y="346558"/>
            <a:ext cx="190195" cy="152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601554" y="242316"/>
            <a:ext cx="8769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Flusso Email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 t="-6" b="-6"/>
          <a:stretch/>
        </p:blipFill>
        <p:spPr>
          <a:xfrm>
            <a:off x="857707" y="1455725"/>
            <a:ext cx="2857500" cy="2667305"/>
          </a:xfrm>
          <a:prstGeom prst="rect">
            <a:avLst/>
          </a:prstGeom>
        </p:spPr>
      </p:pic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2244" y="1751076"/>
            <a:ext cx="666598" cy="666598"/>
          </a:xfrm>
          <a:prstGeom prst="rect">
            <a:avLst/>
          </a:prstGeom>
        </p:spPr>
      </p:pic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147926" y="1945843"/>
            <a:ext cx="276149" cy="276149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777594" y="2560320"/>
            <a:ext cx="101864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Mittente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4"/>
          <p:cNvSpPr txBox="1"/>
          <p:nvPr/>
        </p:nvSpPr>
        <p:spPr>
          <a:xfrm>
            <a:off x="1057046" y="2952598"/>
            <a:ext cx="2457907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L'email viene inviata da un utente interno o esterno. Il messaggio entra nella pipeline di trasporto di Exchange Online.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25"/>
          <p:cNvSpPr/>
          <p:nvPr/>
        </p:nvSpPr>
        <p:spPr>
          <a:xfrm>
            <a:off x="4410151" y="2788920"/>
            <a:ext cx="209398" cy="27432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1"/>
          <a:srcRect t="-6" b="-6"/>
          <a:stretch/>
        </p:blipFill>
        <p:spPr>
          <a:xfrm>
            <a:off x="4667098" y="1455725"/>
            <a:ext cx="2857500" cy="2667305"/>
          </a:xfrm>
          <a:prstGeom prst="rect">
            <a:avLst/>
          </a:prstGeom>
        </p:spPr>
      </p:pic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762549" y="1751076"/>
            <a:ext cx="666598" cy="666598"/>
          </a:xfrm>
          <a:prstGeom prst="rect">
            <a:avLst/>
          </a:prstGeom>
        </p:spPr>
      </p:pic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958230" y="1945843"/>
            <a:ext cx="276149" cy="276149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5268773" y="2560320"/>
            <a:ext cx="165872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Motore Regole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27"/>
          <p:cNvSpPr txBox="1"/>
          <p:nvPr/>
        </p:nvSpPr>
        <p:spPr>
          <a:xfrm>
            <a:off x="4867351" y="2952598"/>
            <a:ext cx="2457907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Exchange analizza header, oggetto, corpo e allegati.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Se (Condizione) → Allora (Azione)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28"/>
          <p:cNvSpPr/>
          <p:nvPr/>
        </p:nvSpPr>
        <p:spPr>
          <a:xfrm>
            <a:off x="8220456" y="2788920"/>
            <a:ext cx="209398" cy="27432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14"/>
          <a:srcRect t="-6" b="-6"/>
          <a:stretch/>
        </p:blipFill>
        <p:spPr>
          <a:xfrm>
            <a:off x="8477402" y="1455725"/>
            <a:ext cx="2857500" cy="2667305"/>
          </a:xfrm>
          <a:prstGeom prst="rect">
            <a:avLst/>
          </a:prstGeom>
        </p:spPr>
      </p:pic>
      <p:pic>
        <p:nvPicPr>
          <p:cNvPr id="45" name="Image 14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572854" y="1751076"/>
            <a:ext cx="666598" cy="666598"/>
          </a:xfrm>
          <a:prstGeom prst="rect">
            <a:avLst/>
          </a:prstGeom>
        </p:spPr>
      </p:pic>
      <p:pic>
        <p:nvPicPr>
          <p:cNvPr id="46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9767621" y="1945843"/>
            <a:ext cx="276149" cy="276149"/>
          </a:xfrm>
          <a:prstGeom prst="rect">
            <a:avLst/>
          </a:prstGeom>
        </p:spPr>
      </p:pic>
      <p:sp>
        <p:nvSpPr>
          <p:cNvPr id="47" name="Text 29"/>
          <p:cNvSpPr txBox="1"/>
          <p:nvPr/>
        </p:nvSpPr>
        <p:spPr>
          <a:xfrm>
            <a:off x="9147658" y="2560320"/>
            <a:ext cx="152613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Destinatario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30"/>
          <p:cNvSpPr txBox="1"/>
          <p:nvPr/>
        </p:nvSpPr>
        <p:spPr>
          <a:xfrm>
            <a:off x="8677656" y="2952598"/>
            <a:ext cx="245790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Il messaggio viene consegnato (modificato/taggato) oppure respinto (NDR) se viola le policy di sicurezza.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0" name="Immagine 49">
            <a:extLst>
              <a:ext uri="{FF2B5EF4-FFF2-40B4-BE49-F238E27FC236}">
                <a16:creationId xmlns:a16="http://schemas.microsoft.com/office/drawing/2014/main" id="{4B9F342B-F643-3C03-ADE7-0DCEB3EB4F9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22358" y="2741920"/>
            <a:ext cx="711237" cy="368319"/>
          </a:xfrm>
          <a:prstGeom prst="rect">
            <a:avLst/>
          </a:prstGeom>
        </p:spPr>
      </p:pic>
      <p:pic>
        <p:nvPicPr>
          <p:cNvPr id="52" name="Immagine 51">
            <a:extLst>
              <a:ext uri="{FF2B5EF4-FFF2-40B4-BE49-F238E27FC236}">
                <a16:creationId xmlns:a16="http://schemas.microsoft.com/office/drawing/2014/main" id="{6908645B-327C-75EA-BD19-8C4D44575CF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13918" y="2741919"/>
            <a:ext cx="711237" cy="36831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048902" y="1762049"/>
            <a:ext cx="4286707" cy="4286707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71500" y="152705"/>
            <a:ext cx="5629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52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Exchange Online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71500" y="381305"/>
            <a:ext cx="699424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Practice Posta e Calendario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143439" y="276149"/>
            <a:ext cx="1485900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43693" y="381305"/>
            <a:ext cx="152705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609783" y="276149"/>
            <a:ext cx="8769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Produttività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71500" y="1333195"/>
            <a:ext cx="5695798" cy="51435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57707" y="2429561"/>
            <a:ext cx="51242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57707" y="1619402"/>
            <a:ext cx="342900" cy="342900"/>
          </a:xfrm>
          <a:prstGeom prst="ellipse">
            <a:avLst/>
          </a:prstGeom>
          <a:solidFill>
            <a:srgbClr val="E6F5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957377" y="1705356"/>
            <a:ext cx="142646" cy="17190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343254" y="1619402"/>
            <a:ext cx="47530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Oggetto Chiaro e Conciso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1343254" y="1897380"/>
            <a:ext cx="471556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Scrivi oggetti che riassumano il contenuto. Evita oggetti vuoti o generici come "Info" o "Ciao". Aiuta la ricerca futura.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857707" y="3407054"/>
            <a:ext cx="51242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857707" y="2596896"/>
            <a:ext cx="342900" cy="342900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t="-1310" b="-1310"/>
          <a:stretch/>
        </p:blipFill>
        <p:spPr>
          <a:xfrm>
            <a:off x="923544" y="2681935"/>
            <a:ext cx="209398" cy="17190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43254" y="2596896"/>
            <a:ext cx="47530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 al Posto degli Allegati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8"/>
          <p:cNvSpPr txBox="1"/>
          <p:nvPr/>
        </p:nvSpPr>
        <p:spPr>
          <a:xfrm>
            <a:off x="1343254" y="2874874"/>
            <a:ext cx="471556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Invia link a OneDrive/SharePoint invece di allegare file. Evita duplicati, riduce lo spazio e garantisce versioning unico.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857707" y="4384548"/>
            <a:ext cx="51242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857707" y="3574390"/>
            <a:ext cx="342900" cy="342900"/>
          </a:xfrm>
          <a:prstGeom prst="ellipse">
            <a:avLst/>
          </a:prstGeom>
          <a:solidFill>
            <a:srgbClr val="E6F5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933602" y="3659429"/>
            <a:ext cx="190195" cy="171907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343254" y="3574390"/>
            <a:ext cx="47530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Cartelle e Categorie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1343254" y="3852367"/>
            <a:ext cx="471556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Organizza la posta con cartelle o categorie colorate. Usa l'Archivio Online per messaggi vecchi mantenendo la inbox pulita.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857707" y="5361127"/>
            <a:ext cx="51242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857707" y="4550969"/>
            <a:ext cx="342900" cy="342900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t="-1310" b="-1310"/>
          <a:stretch/>
        </p:blipFill>
        <p:spPr>
          <a:xfrm>
            <a:off x="923544" y="4636922"/>
            <a:ext cx="209398" cy="171907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343254" y="4550969"/>
            <a:ext cx="47530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Regole Inbox (Posta in Arrivo)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6"/>
          <p:cNvSpPr txBox="1"/>
          <p:nvPr/>
        </p:nvSpPr>
        <p:spPr>
          <a:xfrm>
            <a:off x="1343254" y="4829861"/>
            <a:ext cx="471556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Automatizza lo smistamento: sposta newsletter in cartelle specifiche o evidenzia email dal capo. Risparmia tempo.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857707" y="5528462"/>
            <a:ext cx="342900" cy="342900"/>
          </a:xfrm>
          <a:prstGeom prst="ellipse">
            <a:avLst/>
          </a:prstGeom>
          <a:solidFill>
            <a:srgbClr val="FFF4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rcRect t="-2725" b="-2725"/>
          <a:stretch/>
        </p:blipFill>
        <p:spPr>
          <a:xfrm>
            <a:off x="957377" y="5614416"/>
            <a:ext cx="142646" cy="171907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343254" y="5528462"/>
            <a:ext cx="47530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Prenotazione Risorse Corretta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29"/>
          <p:cNvSpPr txBox="1"/>
          <p:nvPr/>
        </p:nvSpPr>
        <p:spPr>
          <a:xfrm>
            <a:off x="1343254" y="5806440"/>
            <a:ext cx="471556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Usa il calendario delle risorse per sale riunioni e attrezzature. Evita conflitti di prenotazione e sovrapposizioni.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rcRect l="-3" r="-3"/>
          <a:stretch/>
        </p:blipFill>
        <p:spPr>
          <a:xfrm>
            <a:off x="6991502" y="1876349"/>
            <a:ext cx="4286707" cy="4058107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 rot="391756">
            <a:off x="9681522" y="1749674"/>
            <a:ext cx="1714500" cy="314554"/>
          </a:xfrm>
          <a:prstGeom prst="roundRect">
            <a:avLst>
              <a:gd name="adj" fmla="val 176180"/>
            </a:avLst>
          </a:prstGeom>
          <a:solidFill>
            <a:srgbClr val="107C1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1"/>
          <p:cNvSpPr txBox="1"/>
          <p:nvPr/>
        </p:nvSpPr>
        <p:spPr>
          <a:xfrm rot="391756">
            <a:off x="10062647" y="1781059"/>
            <a:ext cx="1430122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Efficienza Massima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 rot="391756">
            <a:off x="9850039" y="1738275"/>
            <a:ext cx="161849" cy="161849"/>
          </a:xfrm>
          <a:prstGeom prst="rect">
            <a:avLst/>
          </a:prstGeom>
        </p:spPr>
      </p:pic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1"/>
          <a:srcRect l="-11" r="-11"/>
          <a:stretch/>
        </p:blipFill>
        <p:spPr>
          <a:xfrm>
            <a:off x="7181698" y="2066544"/>
            <a:ext cx="3905402" cy="2312518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7334402" y="2349094"/>
            <a:ext cx="304495" cy="3044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33"/>
          <p:cNvSpPr txBox="1"/>
          <p:nvPr/>
        </p:nvSpPr>
        <p:spPr>
          <a:xfrm>
            <a:off x="7306056" y="2349094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34"/>
          <p:cNvSpPr txBox="1"/>
          <p:nvPr/>
        </p:nvSpPr>
        <p:spPr>
          <a:xfrm>
            <a:off x="7715707" y="2219249"/>
            <a:ext cx="3333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Da: Mario Rossi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35"/>
          <p:cNvSpPr txBox="1"/>
          <p:nvPr/>
        </p:nvSpPr>
        <p:spPr>
          <a:xfrm>
            <a:off x="7715707" y="2371954"/>
            <a:ext cx="32964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Progetto Alpha: Aggiornamento Q3 e Link al Report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36"/>
          <p:cNvSpPr/>
          <p:nvPr/>
        </p:nvSpPr>
        <p:spPr>
          <a:xfrm>
            <a:off x="7334402" y="2878531"/>
            <a:ext cx="3600907" cy="1352398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37"/>
          <p:cNvSpPr txBox="1"/>
          <p:nvPr/>
        </p:nvSpPr>
        <p:spPr>
          <a:xfrm>
            <a:off x="7429500" y="2973629"/>
            <a:ext cx="3525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Ciao Team,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38"/>
          <p:cNvSpPr txBox="1"/>
          <p:nvPr/>
        </p:nvSpPr>
        <p:spPr>
          <a:xfrm>
            <a:off x="7429500" y="3220517"/>
            <a:ext cx="34866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Ecco l'aggiornamento. Invece di allegare il file pesante, trovate il report qui: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39"/>
          <p:cNvSpPr/>
          <p:nvPr/>
        </p:nvSpPr>
        <p:spPr>
          <a:xfrm>
            <a:off x="7429500" y="3638398"/>
            <a:ext cx="2162556" cy="247802"/>
          </a:xfrm>
          <a:prstGeom prst="roundRect">
            <a:avLst>
              <a:gd name="adj" fmla="val 56770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0"/>
          <p:cNvSpPr txBox="1"/>
          <p:nvPr/>
        </p:nvSpPr>
        <p:spPr>
          <a:xfrm>
            <a:off x="7686446" y="3638398"/>
            <a:ext cx="198150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Report_Q3_2024.xlsx (OneDrive)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2"/>
          <a:srcRect t="-80" b="-80"/>
          <a:stretch/>
        </p:blipFill>
        <p:spPr>
          <a:xfrm>
            <a:off x="7505395" y="3704234"/>
            <a:ext cx="142646" cy="114300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7429500" y="3961181"/>
            <a:ext cx="3525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Saluti, Mario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13"/>
          <a:srcRect l="-16" r="-16"/>
          <a:stretch/>
        </p:blipFill>
        <p:spPr>
          <a:xfrm>
            <a:off x="7181698" y="4570171"/>
            <a:ext cx="3905402" cy="1173175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7461504" y="4675327"/>
            <a:ext cx="10030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Sala Riunioni 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6" name="Image 11" descr="preencoded.png"/>
          <p:cNvPicPr>
            <a:picLocks noChangeAspect="1"/>
          </p:cNvPicPr>
          <p:nvPr/>
        </p:nvPicPr>
        <p:blipFill>
          <a:blip r:embed="rId14"/>
          <a:srcRect t="-1359" b="-1359"/>
          <a:stretch/>
        </p:blipFill>
        <p:spPr>
          <a:xfrm>
            <a:off x="7286854" y="4700016"/>
            <a:ext cx="105156" cy="123444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10209276" y="4675327"/>
            <a:ext cx="9299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Disponibilità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44"/>
          <p:cNvSpPr/>
          <p:nvPr/>
        </p:nvSpPr>
        <p:spPr>
          <a:xfrm>
            <a:off x="7286854" y="4953305"/>
            <a:ext cx="705002" cy="381305"/>
          </a:xfrm>
          <a:prstGeom prst="roundRect">
            <a:avLst>
              <a:gd name="adj" fmla="val 23981"/>
            </a:avLst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45"/>
          <p:cNvSpPr txBox="1"/>
          <p:nvPr/>
        </p:nvSpPr>
        <p:spPr>
          <a:xfrm>
            <a:off x="7258507" y="4953305"/>
            <a:ext cx="76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09:00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Booked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46"/>
          <p:cNvSpPr/>
          <p:nvPr/>
        </p:nvSpPr>
        <p:spPr>
          <a:xfrm>
            <a:off x="8034833" y="4953305"/>
            <a:ext cx="705002" cy="381305"/>
          </a:xfrm>
          <a:prstGeom prst="roundRect">
            <a:avLst>
              <a:gd name="adj" fmla="val 23981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47"/>
          <p:cNvSpPr txBox="1"/>
          <p:nvPr/>
        </p:nvSpPr>
        <p:spPr>
          <a:xfrm>
            <a:off x="8006486" y="4953305"/>
            <a:ext cx="76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10:00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48"/>
          <p:cNvSpPr/>
          <p:nvPr/>
        </p:nvSpPr>
        <p:spPr>
          <a:xfrm>
            <a:off x="8783726" y="4953305"/>
            <a:ext cx="705002" cy="381305"/>
          </a:xfrm>
          <a:prstGeom prst="roundRect">
            <a:avLst>
              <a:gd name="adj" fmla="val 23981"/>
            </a:avLst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49"/>
          <p:cNvSpPr txBox="1"/>
          <p:nvPr/>
        </p:nvSpPr>
        <p:spPr>
          <a:xfrm>
            <a:off x="8755380" y="4953305"/>
            <a:ext cx="76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11:00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Booked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50"/>
          <p:cNvSpPr/>
          <p:nvPr/>
        </p:nvSpPr>
        <p:spPr>
          <a:xfrm>
            <a:off x="9532620" y="4953305"/>
            <a:ext cx="705002" cy="381305"/>
          </a:xfrm>
          <a:prstGeom prst="roundRect">
            <a:avLst>
              <a:gd name="adj" fmla="val 23981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51"/>
          <p:cNvSpPr txBox="1"/>
          <p:nvPr/>
        </p:nvSpPr>
        <p:spPr>
          <a:xfrm>
            <a:off x="9504274" y="4953305"/>
            <a:ext cx="76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12:00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52"/>
          <p:cNvSpPr/>
          <p:nvPr/>
        </p:nvSpPr>
        <p:spPr>
          <a:xfrm>
            <a:off x="10281514" y="4953305"/>
            <a:ext cx="705002" cy="381305"/>
          </a:xfrm>
          <a:prstGeom prst="roundRect">
            <a:avLst>
              <a:gd name="adj" fmla="val 23981"/>
            </a:avLst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53"/>
          <p:cNvSpPr txBox="1"/>
          <p:nvPr/>
        </p:nvSpPr>
        <p:spPr>
          <a:xfrm>
            <a:off x="10252253" y="4953305"/>
            <a:ext cx="76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14:00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Booked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Shape 54"/>
          <p:cNvSpPr/>
          <p:nvPr/>
        </p:nvSpPr>
        <p:spPr>
          <a:xfrm>
            <a:off x="7286854" y="5410505"/>
            <a:ext cx="3696005" cy="228600"/>
          </a:xfrm>
          <a:prstGeom prst="roundRect">
            <a:avLst>
              <a:gd name="adj" fmla="val 66667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55"/>
          <p:cNvSpPr txBox="1"/>
          <p:nvPr/>
        </p:nvSpPr>
        <p:spPr>
          <a:xfrm>
            <a:off x="7295083" y="5419649"/>
            <a:ext cx="37719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Risorsa prenotata correttamente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0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184794" y="5467198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664001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720547" y="38551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 Gruppo M365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724205" y="4224528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Accedi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ad Outlook e crea un nuovo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Gruppo Microsoft 365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. Aggiungi te stesso come proprietario e almeno due colleghi come membri.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283257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321662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8"/>
          <p:cNvSpPr txBox="1"/>
          <p:nvPr/>
        </p:nvSpPr>
        <p:spPr>
          <a:xfrm>
            <a:off x="1948586" y="2321662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 l="-17" r="-17"/>
          <a:stretch/>
        </p:blipFill>
        <p:spPr>
          <a:xfrm>
            <a:off x="1453896" y="2587752"/>
            <a:ext cx="666598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664001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0"/>
          <p:cNvSpPr txBox="1"/>
          <p:nvPr/>
        </p:nvSpPr>
        <p:spPr>
          <a:xfrm>
            <a:off x="3488436" y="3855110"/>
            <a:ext cx="235000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Condividi Calendario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1"/>
          <p:cNvSpPr txBox="1"/>
          <p:nvPr/>
        </p:nvSpPr>
        <p:spPr>
          <a:xfrm>
            <a:off x="3596335" y="4224528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Apri Outlook Web, individua il gruppo appena creato e verifica le impostazioni di condivisione del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calendario di gruppo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283257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321662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3"/>
          <p:cNvSpPr txBox="1"/>
          <p:nvPr/>
        </p:nvSpPr>
        <p:spPr>
          <a:xfrm>
            <a:off x="4821631" y="2321662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 t="-12" b="-12"/>
          <a:stretch/>
        </p:blipFill>
        <p:spPr>
          <a:xfrm>
            <a:off x="4425696" y="2587752"/>
            <a:ext cx="466344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664001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5"/>
          <p:cNvSpPr txBox="1"/>
          <p:nvPr/>
        </p:nvSpPr>
        <p:spPr>
          <a:xfrm>
            <a:off x="6466637" y="38551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Imposta Regola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6"/>
          <p:cNvSpPr txBox="1"/>
          <p:nvPr/>
        </p:nvSpPr>
        <p:spPr>
          <a:xfrm>
            <a:off x="6469380" y="4224528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Nell'Exchange Admin Center, crea una regola di trasporto che aggiunge un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disclaimer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in calce a tutte le email inviate a destinatari esterni.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283257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321662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18"/>
          <p:cNvSpPr txBox="1"/>
          <p:nvPr/>
        </p:nvSpPr>
        <p:spPr>
          <a:xfrm>
            <a:off x="7693762" y="2321662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265822" y="2587752"/>
            <a:ext cx="533095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664001"/>
            <a:ext cx="2438705" cy="205740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0"/>
          <p:cNvSpPr txBox="1"/>
          <p:nvPr/>
        </p:nvSpPr>
        <p:spPr>
          <a:xfrm>
            <a:off x="9338767" y="38551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Invia e Verifica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1"/>
          <p:cNvSpPr txBox="1"/>
          <p:nvPr/>
        </p:nvSpPr>
        <p:spPr>
          <a:xfrm>
            <a:off x="9341510" y="4224528"/>
            <a:ext cx="2134210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Invia un'email di prova verso un indirizzo esterno (es. Gmail personale) e verifica la corretta applicazione del disclaimer e la ricezione nel gruppo.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283257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321662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3"/>
          <p:cNvSpPr txBox="1"/>
          <p:nvPr/>
        </p:nvSpPr>
        <p:spPr>
          <a:xfrm>
            <a:off x="10566806" y="2321662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137953" y="2587752"/>
            <a:ext cx="533095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26"/>
          <p:cNvSpPr txBox="1"/>
          <p:nvPr/>
        </p:nvSpPr>
        <p:spPr>
          <a:xfrm>
            <a:off x="571500" y="152705"/>
            <a:ext cx="7477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52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Esercitazione Pratica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27"/>
          <p:cNvSpPr txBox="1"/>
          <p:nvPr/>
        </p:nvSpPr>
        <p:spPr>
          <a:xfrm>
            <a:off x="571500" y="381305"/>
            <a:ext cx="933236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Esercitazione guidata: crea gruppo e regola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28"/>
          <p:cNvSpPr/>
          <p:nvPr/>
        </p:nvSpPr>
        <p:spPr>
          <a:xfrm>
            <a:off x="9847174" y="276149"/>
            <a:ext cx="1781251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047427" y="381305"/>
            <a:ext cx="152705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10313518" y="276149"/>
            <a:ext cx="11722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Exchange Online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05902" y="3524098"/>
            <a:ext cx="4762195" cy="4762195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402" y="3581705"/>
            <a:ext cx="2800807" cy="2800807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8998" y="476402"/>
            <a:ext cx="2800807" cy="280080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1796796"/>
            <a:ext cx="1063813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Quale funzionalità useresti per impedire l'invio di dati sensibili all'esterno dell'azienda?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937760" y="1179576"/>
            <a:ext cx="2324405" cy="428854"/>
          </a:xfrm>
          <a:prstGeom prst="roundRect">
            <a:avLst>
              <a:gd name="adj" fmla="val 142146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4899355" y="1179576"/>
            <a:ext cx="2400300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8350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Quiz Exchange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27955" y="1297534"/>
            <a:ext cx="181051" cy="18105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57707" y="3297326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2270455" y="3601822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2241194" y="3601822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1194206" y="4268419"/>
            <a:ext cx="262981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Liste di Distribuzione (DL)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4444898" y="3297326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5857646" y="3601822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5829300" y="3601822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4616806" y="4268419"/>
            <a:ext cx="296265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Caselle Condivise (Shared Mailbox)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l="-11" r="-11"/>
          <a:stretch/>
        </p:blipFill>
        <p:spPr>
          <a:xfrm>
            <a:off x="8033145" y="3297326"/>
            <a:ext cx="3314240" cy="238953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132674" y="4257446"/>
            <a:ext cx="31053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Regole di Trasporto (Mail Flow Rules)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FBB1DDD1-D5BF-8684-40A6-88CF95D98CB2}"/>
              </a:ext>
            </a:extLst>
          </p:cNvPr>
          <p:cNvSpPr/>
          <p:nvPr/>
        </p:nvSpPr>
        <p:spPr>
          <a:xfrm>
            <a:off x="9455947" y="3598418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4E4D2A80-372A-B668-1438-B03CCD72BDCD}"/>
              </a:ext>
            </a:extLst>
          </p:cNvPr>
          <p:cNvSpPr txBox="1"/>
          <p:nvPr/>
        </p:nvSpPr>
        <p:spPr>
          <a:xfrm>
            <a:off x="9427601" y="3598418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70F491DB-2A31-31D8-86B1-4FD5C4DCA4AD}"/>
              </a:ext>
            </a:extLst>
          </p:cNvPr>
          <p:cNvSpPr/>
          <p:nvPr/>
        </p:nvSpPr>
        <p:spPr>
          <a:xfrm>
            <a:off x="8041828" y="3302323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4401</Words>
  <Application>Microsoft Office PowerPoint</Application>
  <PresentationFormat>Widescreen</PresentationFormat>
  <Paragraphs>780</Paragraphs>
  <Slides>41</Slides>
  <Notes>40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41</vt:i4>
      </vt:variant>
    </vt:vector>
  </HeadingPairs>
  <TitlesOfParts>
    <vt:vector size="48" baseType="lpstr">
      <vt:lpstr>Aptos</vt:lpstr>
      <vt:lpstr>Arial</vt:lpstr>
      <vt:lpstr>Calibri</vt:lpstr>
      <vt:lpstr>Century Gothic</vt:lpstr>
      <vt:lpstr>Montserrat</vt:lpstr>
      <vt:lpstr>Open Sans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Novembre Matteo</cp:lastModifiedBy>
  <cp:revision>1</cp:revision>
  <dcterms:created xsi:type="dcterms:W3CDTF">2026-02-02T10:13:32Z</dcterms:created>
  <dcterms:modified xsi:type="dcterms:W3CDTF">2026-02-18T16:38:48Z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f4bb52-9e9d-4296-940a-59002820a53c_Enabled">
    <vt:lpwstr>true</vt:lpwstr>
  </property>
  <property fmtid="{D5CDD505-2E9C-101B-9397-08002B2CF9AE}" pid="3" name="MSIP_Label_5bf4bb52-9e9d-4296-940a-59002820a53c_SetDate">
    <vt:lpwstr>2026-02-02T10:17:13Z</vt:lpwstr>
  </property>
  <property fmtid="{D5CDD505-2E9C-101B-9397-08002B2CF9AE}" pid="4" name="MSIP_Label_5bf4bb52-9e9d-4296-940a-59002820a53c_Method">
    <vt:lpwstr>Standard</vt:lpwstr>
  </property>
  <property fmtid="{D5CDD505-2E9C-101B-9397-08002B2CF9AE}" pid="5" name="MSIP_Label_5bf4bb52-9e9d-4296-940a-59002820a53c_Name">
    <vt:lpwstr>5bf4bb52-9e9d-4296-940a-59002820a53c</vt:lpwstr>
  </property>
  <property fmtid="{D5CDD505-2E9C-101B-9397-08002B2CF9AE}" pid="6" name="MSIP_Label_5bf4bb52-9e9d-4296-940a-59002820a53c_SiteId">
    <vt:lpwstr>cbeb3ecc-6f45-4183-b5a8-088140deae5d</vt:lpwstr>
  </property>
  <property fmtid="{D5CDD505-2E9C-101B-9397-08002B2CF9AE}" pid="7" name="MSIP_Label_5bf4bb52-9e9d-4296-940a-59002820a53c_ActionId">
    <vt:lpwstr>8e2d968e-8f40-47fc-89d0-762050174f01</vt:lpwstr>
  </property>
  <property fmtid="{D5CDD505-2E9C-101B-9397-08002B2CF9AE}" pid="8" name="MSIP_Label_5bf4bb52-9e9d-4296-940a-59002820a53c_ContentBits">
    <vt:lpwstr>0</vt:lpwstr>
  </property>
  <property fmtid="{D5CDD505-2E9C-101B-9397-08002B2CF9AE}" pid="9" name="MSIP_Label_5bf4bb52-9e9d-4296-940a-59002820a53c_Tag">
    <vt:lpwstr>10, 3, 0, 1</vt:lpwstr>
  </property>
</Properties>
</file>