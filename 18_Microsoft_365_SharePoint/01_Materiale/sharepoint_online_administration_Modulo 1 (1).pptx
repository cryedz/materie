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3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339" r:id="rId11"/>
    <p:sldId id="282" r:id="rId12"/>
    <p:sldId id="283" r:id="rId13"/>
    <p:sldId id="271" r:id="rId14"/>
    <p:sldId id="293" r:id="rId15"/>
    <p:sldId id="29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undo custSel addSld delSld modSld sldOrd">
      <pc:chgData name="Novembre Matteo" userId="437dbab0-cd7d-4665-9647-10d1fd490981" providerId="ADAL" clId="{91B3E30A-C5F4-46D0-B01E-FB65EC075246}" dt="2026-03-26T14:14:31.655" v="124" actId="47"/>
      <pc:docMkLst>
        <pc:docMk/>
      </pc:docMkLst>
      <pc:sldChg chg="modSp mod">
        <pc:chgData name="Novembre Matteo" userId="437dbab0-cd7d-4665-9647-10d1fd490981" providerId="ADAL" clId="{91B3E30A-C5F4-46D0-B01E-FB65EC075246}" dt="2026-03-02T08:47:21.997" v="41" actId="14100"/>
        <pc:sldMkLst>
          <pc:docMk/>
          <pc:sldMk cId="0" sldId="260"/>
        </pc:sldMkLst>
        <pc:spChg chg="mod">
          <ac:chgData name="Novembre Matteo" userId="437dbab0-cd7d-4665-9647-10d1fd490981" providerId="ADAL" clId="{91B3E30A-C5F4-46D0-B01E-FB65EC075246}" dt="2026-03-02T08:47:01.766" v="37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7:12.766" v="38" actId="1076"/>
          <ac:spMkLst>
            <pc:docMk/>
            <pc:sldMk cId="0" sldId="260"/>
            <ac:spMk id="40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3-02T08:47:19.297" v="40" actId="14100"/>
          <ac:picMkLst>
            <pc:docMk/>
            <pc:sldMk cId="0" sldId="260"/>
            <ac:picMk id="5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7:21.997" v="41" actId="14100"/>
          <ac:picMkLst>
            <pc:docMk/>
            <pc:sldMk cId="0" sldId="260"/>
            <ac:picMk id="27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3-02T08:47:44.870" v="42" actId="14100"/>
        <pc:sldMkLst>
          <pc:docMk/>
          <pc:sldMk cId="0" sldId="262"/>
        </pc:sldMkLst>
        <pc:spChg chg="mod">
          <ac:chgData name="Novembre Matteo" userId="437dbab0-cd7d-4665-9647-10d1fd490981" providerId="ADAL" clId="{91B3E30A-C5F4-46D0-B01E-FB65EC075246}" dt="2026-03-02T08:47:44.870" v="42" actId="14100"/>
          <ac:spMkLst>
            <pc:docMk/>
            <pc:sldMk cId="0" sldId="262"/>
            <ac:spMk id="13" creationId="{00000000-0000-0000-0000-000000000000}"/>
          </ac:spMkLst>
        </pc:spChg>
      </pc:sldChg>
      <pc:sldChg chg="del">
        <pc:chgData name="Novembre Matteo" userId="437dbab0-cd7d-4665-9647-10d1fd490981" providerId="ADAL" clId="{91B3E30A-C5F4-46D0-B01E-FB65EC075246}" dt="2026-03-26T14:13:28.431" v="70" actId="47"/>
        <pc:sldMkLst>
          <pc:docMk/>
          <pc:sldMk cId="0" sldId="264"/>
        </pc:sldMkLst>
      </pc:sldChg>
      <pc:sldChg chg="del ord">
        <pc:chgData name="Novembre Matteo" userId="437dbab0-cd7d-4665-9647-10d1fd490981" providerId="ADAL" clId="{91B3E30A-C5F4-46D0-B01E-FB65EC075246}" dt="2026-03-26T14:13:24.133" v="69" actId="47"/>
        <pc:sldMkLst>
          <pc:docMk/>
          <pc:sldMk cId="0" sldId="265"/>
        </pc:sldMkLst>
      </pc:sldChg>
      <pc:sldChg chg="del">
        <pc:chgData name="Novembre Matteo" userId="437dbab0-cd7d-4665-9647-10d1fd490981" providerId="ADAL" clId="{91B3E30A-C5F4-46D0-B01E-FB65EC075246}" dt="2026-03-26T14:13:29.632" v="71" actId="47"/>
        <pc:sldMkLst>
          <pc:docMk/>
          <pc:sldMk cId="0" sldId="266"/>
        </pc:sldMkLst>
      </pc:sldChg>
      <pc:sldChg chg="del">
        <pc:chgData name="Novembre Matteo" userId="437dbab0-cd7d-4665-9647-10d1fd490981" providerId="ADAL" clId="{91B3E30A-C5F4-46D0-B01E-FB65EC075246}" dt="2026-03-26T14:13:30.254" v="72" actId="47"/>
        <pc:sldMkLst>
          <pc:docMk/>
          <pc:sldMk cId="0" sldId="267"/>
        </pc:sldMkLst>
      </pc:sldChg>
      <pc:sldChg chg="del">
        <pc:chgData name="Novembre Matteo" userId="437dbab0-cd7d-4665-9647-10d1fd490981" providerId="ADAL" clId="{91B3E30A-C5F4-46D0-B01E-FB65EC075246}" dt="2026-03-26T14:13:30.872" v="73" actId="47"/>
        <pc:sldMkLst>
          <pc:docMk/>
          <pc:sldMk cId="0" sldId="268"/>
        </pc:sldMkLst>
      </pc:sldChg>
      <pc:sldChg chg="del">
        <pc:chgData name="Novembre Matteo" userId="437dbab0-cd7d-4665-9647-10d1fd490981" providerId="ADAL" clId="{91B3E30A-C5F4-46D0-B01E-FB65EC075246}" dt="2026-03-26T14:13:31.525" v="74" actId="47"/>
        <pc:sldMkLst>
          <pc:docMk/>
          <pc:sldMk cId="0" sldId="269"/>
        </pc:sldMkLst>
      </pc:sldChg>
      <pc:sldChg chg="modSp del mod">
        <pc:chgData name="Novembre Matteo" userId="437dbab0-cd7d-4665-9647-10d1fd490981" providerId="ADAL" clId="{91B3E30A-C5F4-46D0-B01E-FB65EC075246}" dt="2026-03-26T14:13:32.060" v="75" actId="47"/>
        <pc:sldMkLst>
          <pc:docMk/>
          <pc:sldMk cId="0" sldId="270"/>
        </pc:sldMkLst>
        <pc:spChg chg="mod">
          <ac:chgData name="Novembre Matteo" userId="437dbab0-cd7d-4665-9647-10d1fd490981" providerId="ADAL" clId="{91B3E30A-C5F4-46D0-B01E-FB65EC075246}" dt="2026-03-02T08:48:41.655" v="44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50.035" v="45" actId="14100"/>
          <ac:spMkLst>
            <pc:docMk/>
            <pc:sldMk cId="0" sldId="270"/>
            <ac:spMk id="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2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59.036" v="47" actId="1076"/>
          <ac:spMkLst>
            <pc:docMk/>
            <pc:sldMk cId="0" sldId="270"/>
            <ac:spMk id="3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04.141" v="48" actId="1076"/>
          <ac:spMkLst>
            <pc:docMk/>
            <pc:sldMk cId="0" sldId="270"/>
            <ac:spMk id="3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30.997" v="55" actId="14100"/>
          <ac:spMkLst>
            <pc:docMk/>
            <pc:sldMk cId="0" sldId="270"/>
            <ac:spMk id="3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3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4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4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8:33.800" v="43" actId="1076"/>
          <ac:spMkLst>
            <pc:docMk/>
            <pc:sldMk cId="0" sldId="270"/>
            <ac:spMk id="5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24.689" v="53" actId="1076"/>
          <ac:spMkLst>
            <pc:docMk/>
            <pc:sldMk cId="0" sldId="270"/>
            <ac:spMk id="5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27.716" v="54" actId="1076"/>
          <ac:spMkLst>
            <pc:docMk/>
            <pc:sldMk cId="0" sldId="270"/>
            <ac:spMk id="59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3-02T08:49:09.243" v="49" actId="1076"/>
          <ac:picMkLst>
            <pc:docMk/>
            <pc:sldMk cId="0" sldId="270"/>
            <ac:picMk id="32" creationId="{00000000-0000-0000-0000-000000000000}"/>
          </ac:picMkLst>
        </pc:picChg>
      </pc:sldChg>
      <pc:sldChg chg="modSp del mod">
        <pc:chgData name="Novembre Matteo" userId="437dbab0-cd7d-4665-9647-10d1fd490981" providerId="ADAL" clId="{91B3E30A-C5F4-46D0-B01E-FB65EC075246}" dt="2026-03-26T14:13:35.175" v="76" actId="47"/>
        <pc:sldMkLst>
          <pc:docMk/>
          <pc:sldMk cId="0" sldId="272"/>
        </pc:sldMkLst>
        <pc:spChg chg="mod">
          <ac:chgData name="Novembre Matteo" userId="437dbab0-cd7d-4665-9647-10d1fd490981" providerId="ADAL" clId="{91B3E30A-C5F4-46D0-B01E-FB65EC075246}" dt="2026-03-02T08:50:05.686" v="60" actId="14100"/>
          <ac:spMkLst>
            <pc:docMk/>
            <pc:sldMk cId="0" sldId="272"/>
            <ac:spMk id="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0:11.910" v="61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9.342" v="59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9.342" v="59" actId="1076"/>
          <ac:spMkLst>
            <pc:docMk/>
            <pc:sldMk cId="0" sldId="272"/>
            <ac:spMk id="2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9.342" v="59" actId="1076"/>
          <ac:spMkLst>
            <pc:docMk/>
            <pc:sldMk cId="0" sldId="272"/>
            <ac:spMk id="29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3-02T08:49:46.078" v="56" actId="1076"/>
          <ac:picMkLst>
            <pc:docMk/>
            <pc:sldMk cId="0" sldId="272"/>
            <ac:picMk id="1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9:50.429" v="57" actId="1076"/>
          <ac:picMkLst>
            <pc:docMk/>
            <pc:sldMk cId="0" sldId="272"/>
            <ac:picMk id="17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9:54.789" v="58" actId="1076"/>
          <ac:picMkLst>
            <pc:docMk/>
            <pc:sldMk cId="0" sldId="272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9:59.342" v="59" actId="1076"/>
          <ac:picMkLst>
            <pc:docMk/>
            <pc:sldMk cId="0" sldId="272"/>
            <ac:picMk id="27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3-26T14:13:35.730" v="77" actId="47"/>
        <pc:sldMkLst>
          <pc:docMk/>
          <pc:sldMk cId="0" sldId="273"/>
        </pc:sldMkLst>
      </pc:sldChg>
      <pc:sldChg chg="del">
        <pc:chgData name="Novembre Matteo" userId="437dbab0-cd7d-4665-9647-10d1fd490981" providerId="ADAL" clId="{91B3E30A-C5F4-46D0-B01E-FB65EC075246}" dt="2026-03-26T14:13:36.656" v="78" actId="47"/>
        <pc:sldMkLst>
          <pc:docMk/>
          <pc:sldMk cId="0" sldId="274"/>
        </pc:sldMkLst>
      </pc:sldChg>
      <pc:sldChg chg="del">
        <pc:chgData name="Novembre Matteo" userId="437dbab0-cd7d-4665-9647-10d1fd490981" providerId="ADAL" clId="{91B3E30A-C5F4-46D0-B01E-FB65EC075246}" dt="2026-03-26T14:13:37.050" v="79" actId="47"/>
        <pc:sldMkLst>
          <pc:docMk/>
          <pc:sldMk cId="0" sldId="275"/>
        </pc:sldMkLst>
      </pc:sldChg>
      <pc:sldChg chg="del">
        <pc:chgData name="Novembre Matteo" userId="437dbab0-cd7d-4665-9647-10d1fd490981" providerId="ADAL" clId="{91B3E30A-C5F4-46D0-B01E-FB65EC075246}" dt="2026-03-26T14:13:37.566" v="80" actId="47"/>
        <pc:sldMkLst>
          <pc:docMk/>
          <pc:sldMk cId="0" sldId="276"/>
        </pc:sldMkLst>
      </pc:sldChg>
      <pc:sldChg chg="del">
        <pc:chgData name="Novembre Matteo" userId="437dbab0-cd7d-4665-9647-10d1fd490981" providerId="ADAL" clId="{91B3E30A-C5F4-46D0-B01E-FB65EC075246}" dt="2026-03-26T14:13:38.378" v="81" actId="47"/>
        <pc:sldMkLst>
          <pc:docMk/>
          <pc:sldMk cId="0" sldId="277"/>
        </pc:sldMkLst>
      </pc:sldChg>
      <pc:sldChg chg="del">
        <pc:chgData name="Novembre Matteo" userId="437dbab0-cd7d-4665-9647-10d1fd490981" providerId="ADAL" clId="{91B3E30A-C5F4-46D0-B01E-FB65EC075246}" dt="2026-03-26T14:13:39.837" v="82" actId="47"/>
        <pc:sldMkLst>
          <pc:docMk/>
          <pc:sldMk cId="0" sldId="278"/>
        </pc:sldMkLst>
      </pc:sldChg>
      <pc:sldChg chg="del">
        <pc:chgData name="Novembre Matteo" userId="437dbab0-cd7d-4665-9647-10d1fd490981" providerId="ADAL" clId="{91B3E30A-C5F4-46D0-B01E-FB65EC075246}" dt="2026-03-26T14:13:41.248" v="83" actId="47"/>
        <pc:sldMkLst>
          <pc:docMk/>
          <pc:sldMk cId="0" sldId="279"/>
        </pc:sldMkLst>
      </pc:sldChg>
      <pc:sldChg chg="del">
        <pc:chgData name="Novembre Matteo" userId="437dbab0-cd7d-4665-9647-10d1fd490981" providerId="ADAL" clId="{91B3E30A-C5F4-46D0-B01E-FB65EC075246}" dt="2026-03-26T14:13:42.220" v="84" actId="47"/>
        <pc:sldMkLst>
          <pc:docMk/>
          <pc:sldMk cId="0" sldId="280"/>
        </pc:sldMkLst>
      </pc:sldChg>
      <pc:sldChg chg="del">
        <pc:chgData name="Novembre Matteo" userId="437dbab0-cd7d-4665-9647-10d1fd490981" providerId="ADAL" clId="{91B3E30A-C5F4-46D0-B01E-FB65EC075246}" dt="2026-03-26T14:13:42.801" v="85" actId="47"/>
        <pc:sldMkLst>
          <pc:docMk/>
          <pc:sldMk cId="0" sldId="281"/>
        </pc:sldMkLst>
      </pc:sldChg>
      <pc:sldChg chg="add del ord">
        <pc:chgData name="Novembre Matteo" userId="437dbab0-cd7d-4665-9647-10d1fd490981" providerId="ADAL" clId="{91B3E30A-C5F4-46D0-B01E-FB65EC075246}" dt="2026-03-26T14:13:51.337" v="89"/>
        <pc:sldMkLst>
          <pc:docMk/>
          <pc:sldMk cId="0" sldId="282"/>
        </pc:sldMkLst>
      </pc:sldChg>
      <pc:sldChg chg="ord">
        <pc:chgData name="Novembre Matteo" userId="437dbab0-cd7d-4665-9647-10d1fd490981" providerId="ADAL" clId="{91B3E30A-C5F4-46D0-B01E-FB65EC075246}" dt="2026-03-26T14:13:51.337" v="89"/>
        <pc:sldMkLst>
          <pc:docMk/>
          <pc:sldMk cId="0" sldId="283"/>
        </pc:sldMkLst>
      </pc:sldChg>
      <pc:sldChg chg="del">
        <pc:chgData name="Novembre Matteo" userId="437dbab0-cd7d-4665-9647-10d1fd490981" providerId="ADAL" clId="{91B3E30A-C5F4-46D0-B01E-FB65EC075246}" dt="2026-03-26T14:13:55.178" v="90" actId="47"/>
        <pc:sldMkLst>
          <pc:docMk/>
          <pc:sldMk cId="0" sldId="284"/>
        </pc:sldMkLst>
      </pc:sldChg>
      <pc:sldChg chg="modSp del mod">
        <pc:chgData name="Novembre Matteo" userId="437dbab0-cd7d-4665-9647-10d1fd490981" providerId="ADAL" clId="{91B3E30A-C5F4-46D0-B01E-FB65EC075246}" dt="2026-03-26T14:13:56.474" v="91" actId="47"/>
        <pc:sldMkLst>
          <pc:docMk/>
          <pc:sldMk cId="0" sldId="285"/>
        </pc:sldMkLst>
        <pc:spChg chg="mod">
          <ac:chgData name="Novembre Matteo" userId="437dbab0-cd7d-4665-9647-10d1fd490981" providerId="ADAL" clId="{91B3E30A-C5F4-46D0-B01E-FB65EC075246}" dt="2026-03-02T08:51:24.510" v="64" actId="14100"/>
          <ac:spMkLst>
            <pc:docMk/>
            <pc:sldMk cId="0" sldId="285"/>
            <ac:spMk id="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9.741" v="65" actId="1076"/>
          <ac:spMkLst>
            <pc:docMk/>
            <pc:sldMk cId="0" sldId="285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9.741" v="65" actId="1076"/>
          <ac:spMkLst>
            <pc:docMk/>
            <pc:sldMk cId="0" sldId="285"/>
            <ac:spMk id="2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2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3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35.446" v="66" actId="1076"/>
          <ac:spMkLst>
            <pc:docMk/>
            <pc:sldMk cId="0" sldId="285"/>
            <ac:spMk id="5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35.446" v="66" actId="1076"/>
          <ac:spMkLst>
            <pc:docMk/>
            <pc:sldMk cId="0" sldId="285"/>
            <ac:spMk id="51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3-02T08:51:29.741" v="65" actId="1076"/>
          <ac:picMkLst>
            <pc:docMk/>
            <pc:sldMk cId="0" sldId="285"/>
            <ac:picMk id="28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51:35.446" v="66" actId="1076"/>
          <ac:picMkLst>
            <pc:docMk/>
            <pc:sldMk cId="0" sldId="285"/>
            <ac:picMk id="52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3-26T14:13:57.638" v="92" actId="47"/>
        <pc:sldMkLst>
          <pc:docMk/>
          <pc:sldMk cId="0" sldId="286"/>
        </pc:sldMkLst>
      </pc:sldChg>
      <pc:sldChg chg="del">
        <pc:chgData name="Novembre Matteo" userId="437dbab0-cd7d-4665-9647-10d1fd490981" providerId="ADAL" clId="{91B3E30A-C5F4-46D0-B01E-FB65EC075246}" dt="2026-03-26T14:13:59.047" v="93" actId="47"/>
        <pc:sldMkLst>
          <pc:docMk/>
          <pc:sldMk cId="0" sldId="287"/>
        </pc:sldMkLst>
      </pc:sldChg>
      <pc:sldChg chg="del">
        <pc:chgData name="Novembre Matteo" userId="437dbab0-cd7d-4665-9647-10d1fd490981" providerId="ADAL" clId="{91B3E30A-C5F4-46D0-B01E-FB65EC075246}" dt="2026-03-26T14:14:00.432" v="94" actId="47"/>
        <pc:sldMkLst>
          <pc:docMk/>
          <pc:sldMk cId="0" sldId="288"/>
        </pc:sldMkLst>
      </pc:sldChg>
      <pc:sldChg chg="add del">
        <pc:chgData name="Novembre Matteo" userId="437dbab0-cd7d-4665-9647-10d1fd490981" providerId="ADAL" clId="{91B3E30A-C5F4-46D0-B01E-FB65EC075246}" dt="2026-03-26T14:14:06.346" v="97" actId="47"/>
        <pc:sldMkLst>
          <pc:docMk/>
          <pc:sldMk cId="0" sldId="289"/>
        </pc:sldMkLst>
      </pc:sldChg>
      <pc:sldChg chg="modSp del mod">
        <pc:chgData name="Novembre Matteo" userId="437dbab0-cd7d-4665-9647-10d1fd490981" providerId="ADAL" clId="{91B3E30A-C5F4-46D0-B01E-FB65EC075246}" dt="2026-03-26T14:14:07.402" v="98" actId="47"/>
        <pc:sldMkLst>
          <pc:docMk/>
          <pc:sldMk cId="0" sldId="290"/>
        </pc:sldMkLst>
      </pc:sldChg>
      <pc:sldChg chg="del">
        <pc:chgData name="Novembre Matteo" userId="437dbab0-cd7d-4665-9647-10d1fd490981" providerId="ADAL" clId="{91B3E30A-C5F4-46D0-B01E-FB65EC075246}" dt="2026-03-26T14:14:09.014" v="99" actId="47"/>
        <pc:sldMkLst>
          <pc:docMk/>
          <pc:sldMk cId="0" sldId="291"/>
        </pc:sldMkLst>
      </pc:sldChg>
      <pc:sldChg chg="del">
        <pc:chgData name="Novembre Matteo" userId="437dbab0-cd7d-4665-9647-10d1fd490981" providerId="ADAL" clId="{91B3E30A-C5F4-46D0-B01E-FB65EC075246}" dt="2026-03-26T14:14:09.999" v="100" actId="47"/>
        <pc:sldMkLst>
          <pc:docMk/>
          <pc:sldMk cId="0" sldId="292"/>
        </pc:sldMkLst>
      </pc:sldChg>
      <pc:sldChg chg="del">
        <pc:chgData name="Novembre Matteo" userId="437dbab0-cd7d-4665-9647-10d1fd490981" providerId="ADAL" clId="{91B3E30A-C5F4-46D0-B01E-FB65EC075246}" dt="2026-03-26T14:14:31.655" v="124" actId="47"/>
        <pc:sldMkLst>
          <pc:docMk/>
          <pc:sldMk cId="0" sldId="295"/>
        </pc:sldMkLst>
      </pc:sldChg>
      <pc:sldChg chg="del">
        <pc:chgData name="Novembre Matteo" userId="437dbab0-cd7d-4665-9647-10d1fd490981" providerId="ADAL" clId="{91B3E30A-C5F4-46D0-B01E-FB65EC075246}" dt="2026-03-26T14:14:30.399" v="123" actId="47"/>
        <pc:sldMkLst>
          <pc:docMk/>
          <pc:sldMk cId="0" sldId="296"/>
        </pc:sldMkLst>
      </pc:sldChg>
      <pc:sldChg chg="del">
        <pc:chgData name="Novembre Matteo" userId="437dbab0-cd7d-4665-9647-10d1fd490981" providerId="ADAL" clId="{91B3E30A-C5F4-46D0-B01E-FB65EC075246}" dt="2026-03-26T14:14:28.140" v="122" actId="47"/>
        <pc:sldMkLst>
          <pc:docMk/>
          <pc:sldMk cId="0" sldId="297"/>
        </pc:sldMkLst>
      </pc:sldChg>
      <pc:sldChg chg="del">
        <pc:chgData name="Novembre Matteo" userId="437dbab0-cd7d-4665-9647-10d1fd490981" providerId="ADAL" clId="{91B3E30A-C5F4-46D0-B01E-FB65EC075246}" dt="2026-03-26T14:14:27.301" v="121" actId="47"/>
        <pc:sldMkLst>
          <pc:docMk/>
          <pc:sldMk cId="0" sldId="298"/>
        </pc:sldMkLst>
      </pc:sldChg>
      <pc:sldChg chg="del">
        <pc:chgData name="Novembre Matteo" userId="437dbab0-cd7d-4665-9647-10d1fd490981" providerId="ADAL" clId="{91B3E30A-C5F4-46D0-B01E-FB65EC075246}" dt="2026-03-26T14:14:26.554" v="120" actId="47"/>
        <pc:sldMkLst>
          <pc:docMk/>
          <pc:sldMk cId="0" sldId="299"/>
        </pc:sldMkLst>
      </pc:sldChg>
      <pc:sldChg chg="del">
        <pc:chgData name="Novembre Matteo" userId="437dbab0-cd7d-4665-9647-10d1fd490981" providerId="ADAL" clId="{91B3E30A-C5F4-46D0-B01E-FB65EC075246}" dt="2026-03-26T14:14:21.743" v="116" actId="47"/>
        <pc:sldMkLst>
          <pc:docMk/>
          <pc:sldMk cId="0" sldId="300"/>
        </pc:sldMkLst>
      </pc:sldChg>
      <pc:sldChg chg="del">
        <pc:chgData name="Novembre Matteo" userId="437dbab0-cd7d-4665-9647-10d1fd490981" providerId="ADAL" clId="{91B3E30A-C5F4-46D0-B01E-FB65EC075246}" dt="2026-03-26T14:14:21.135" v="115" actId="47"/>
        <pc:sldMkLst>
          <pc:docMk/>
          <pc:sldMk cId="0" sldId="301"/>
        </pc:sldMkLst>
      </pc:sldChg>
      <pc:sldChg chg="del">
        <pc:chgData name="Novembre Matteo" userId="437dbab0-cd7d-4665-9647-10d1fd490981" providerId="ADAL" clId="{91B3E30A-C5F4-46D0-B01E-FB65EC075246}" dt="2026-03-26T14:14:20.474" v="114" actId="47"/>
        <pc:sldMkLst>
          <pc:docMk/>
          <pc:sldMk cId="0" sldId="302"/>
        </pc:sldMkLst>
      </pc:sldChg>
      <pc:sldChg chg="del">
        <pc:chgData name="Novembre Matteo" userId="437dbab0-cd7d-4665-9647-10d1fd490981" providerId="ADAL" clId="{91B3E30A-C5F4-46D0-B01E-FB65EC075246}" dt="2026-03-26T14:14:19.646" v="113" actId="47"/>
        <pc:sldMkLst>
          <pc:docMk/>
          <pc:sldMk cId="0" sldId="303"/>
        </pc:sldMkLst>
      </pc:sldChg>
      <pc:sldChg chg="del">
        <pc:chgData name="Novembre Matteo" userId="437dbab0-cd7d-4665-9647-10d1fd490981" providerId="ADAL" clId="{91B3E30A-C5F4-46D0-B01E-FB65EC075246}" dt="2026-03-26T14:14:18.640" v="112" actId="47"/>
        <pc:sldMkLst>
          <pc:docMk/>
          <pc:sldMk cId="0" sldId="304"/>
        </pc:sldMkLst>
      </pc:sldChg>
      <pc:sldChg chg="del">
        <pc:chgData name="Novembre Matteo" userId="437dbab0-cd7d-4665-9647-10d1fd490981" providerId="ADAL" clId="{91B3E30A-C5F4-46D0-B01E-FB65EC075246}" dt="2026-03-26T14:14:18.117" v="111" actId="47"/>
        <pc:sldMkLst>
          <pc:docMk/>
          <pc:sldMk cId="0" sldId="305"/>
        </pc:sldMkLst>
      </pc:sldChg>
      <pc:sldChg chg="del">
        <pc:chgData name="Novembre Matteo" userId="437dbab0-cd7d-4665-9647-10d1fd490981" providerId="ADAL" clId="{91B3E30A-C5F4-46D0-B01E-FB65EC075246}" dt="2026-03-26T14:14:17.637" v="110" actId="47"/>
        <pc:sldMkLst>
          <pc:docMk/>
          <pc:sldMk cId="0" sldId="306"/>
        </pc:sldMkLst>
      </pc:sldChg>
      <pc:sldChg chg="del">
        <pc:chgData name="Novembre Matteo" userId="437dbab0-cd7d-4665-9647-10d1fd490981" providerId="ADAL" clId="{91B3E30A-C5F4-46D0-B01E-FB65EC075246}" dt="2026-03-26T14:14:17.322" v="109" actId="47"/>
        <pc:sldMkLst>
          <pc:docMk/>
          <pc:sldMk cId="0" sldId="307"/>
        </pc:sldMkLst>
      </pc:sldChg>
      <pc:sldChg chg="del">
        <pc:chgData name="Novembre Matteo" userId="437dbab0-cd7d-4665-9647-10d1fd490981" providerId="ADAL" clId="{91B3E30A-C5F4-46D0-B01E-FB65EC075246}" dt="2026-03-26T14:14:17.050" v="108" actId="47"/>
        <pc:sldMkLst>
          <pc:docMk/>
          <pc:sldMk cId="0" sldId="308"/>
        </pc:sldMkLst>
      </pc:sldChg>
      <pc:sldChg chg="del">
        <pc:chgData name="Novembre Matteo" userId="437dbab0-cd7d-4665-9647-10d1fd490981" providerId="ADAL" clId="{91B3E30A-C5F4-46D0-B01E-FB65EC075246}" dt="2026-03-26T14:14:16.774" v="107" actId="47"/>
        <pc:sldMkLst>
          <pc:docMk/>
          <pc:sldMk cId="0" sldId="309"/>
        </pc:sldMkLst>
      </pc:sldChg>
      <pc:sldChg chg="del">
        <pc:chgData name="Novembre Matteo" userId="437dbab0-cd7d-4665-9647-10d1fd490981" providerId="ADAL" clId="{91B3E30A-C5F4-46D0-B01E-FB65EC075246}" dt="2026-03-26T14:14:16.484" v="106" actId="47"/>
        <pc:sldMkLst>
          <pc:docMk/>
          <pc:sldMk cId="0" sldId="310"/>
        </pc:sldMkLst>
      </pc:sldChg>
      <pc:sldChg chg="del">
        <pc:chgData name="Novembre Matteo" userId="437dbab0-cd7d-4665-9647-10d1fd490981" providerId="ADAL" clId="{91B3E30A-C5F4-46D0-B01E-FB65EC075246}" dt="2026-03-26T14:14:16.086" v="105" actId="47"/>
        <pc:sldMkLst>
          <pc:docMk/>
          <pc:sldMk cId="0" sldId="311"/>
        </pc:sldMkLst>
      </pc:sldChg>
      <pc:sldChg chg="del">
        <pc:chgData name="Novembre Matteo" userId="437dbab0-cd7d-4665-9647-10d1fd490981" providerId="ADAL" clId="{91B3E30A-C5F4-46D0-B01E-FB65EC075246}" dt="2026-03-26T14:14:15.856" v="104" actId="47"/>
        <pc:sldMkLst>
          <pc:docMk/>
          <pc:sldMk cId="0" sldId="312"/>
        </pc:sldMkLst>
      </pc:sldChg>
      <pc:sldChg chg="del">
        <pc:chgData name="Novembre Matteo" userId="437dbab0-cd7d-4665-9647-10d1fd490981" providerId="ADAL" clId="{91B3E30A-C5F4-46D0-B01E-FB65EC075246}" dt="2026-03-26T14:14:15.610" v="103" actId="47"/>
        <pc:sldMkLst>
          <pc:docMk/>
          <pc:sldMk cId="0" sldId="313"/>
        </pc:sldMkLst>
      </pc:sldChg>
      <pc:sldChg chg="del">
        <pc:chgData name="Novembre Matteo" userId="437dbab0-cd7d-4665-9647-10d1fd490981" providerId="ADAL" clId="{91B3E30A-C5F4-46D0-B01E-FB65EC075246}" dt="2026-03-26T14:14:15.336" v="102" actId="47"/>
        <pc:sldMkLst>
          <pc:docMk/>
          <pc:sldMk cId="0" sldId="314"/>
        </pc:sldMkLst>
      </pc:sldChg>
      <pc:sldChg chg="del">
        <pc:chgData name="Novembre Matteo" userId="437dbab0-cd7d-4665-9647-10d1fd490981" providerId="ADAL" clId="{91B3E30A-C5F4-46D0-B01E-FB65EC075246}" dt="2026-03-26T14:14:14.992" v="101" actId="47"/>
        <pc:sldMkLst>
          <pc:docMk/>
          <pc:sldMk cId="0" sldId="315"/>
        </pc:sldMkLst>
      </pc:sldChg>
      <pc:sldChg chg="modSp add mod">
        <pc:chgData name="Novembre Matteo" userId="437dbab0-cd7d-4665-9647-10d1fd490981" providerId="ADAL" clId="{91B3E30A-C5F4-46D0-B01E-FB65EC075246}" dt="2026-02-27T08:08:52.080" v="34" actId="20577"/>
        <pc:sldMkLst>
          <pc:docMk/>
          <pc:sldMk cId="348954085" sldId="338"/>
        </pc:sldMkLst>
        <pc:graphicFrameChg chg="modGraphic">
          <ac:chgData name="Novembre Matteo" userId="437dbab0-cd7d-4665-9647-10d1fd490981" providerId="ADAL" clId="{91B3E30A-C5F4-46D0-B01E-FB65EC075246}" dt="2026-02-27T08:08:52.080" v="34" actId="20577"/>
          <ac:graphicFrameMkLst>
            <pc:docMk/>
            <pc:sldMk cId="348954085" sldId="338"/>
            <ac:graphicFrameMk id="5" creationId="{52A369BA-F177-BE2A-86F7-3CE0AB26EBE9}"/>
          </ac:graphicFrameMkLst>
        </pc:graphicFrameChg>
      </pc:sldChg>
      <pc:sldChg chg="del">
        <pc:chgData name="Novembre Matteo" userId="437dbab0-cd7d-4665-9647-10d1fd490981" providerId="ADAL" clId="{91B3E30A-C5F4-46D0-B01E-FB65EC075246}" dt="2026-03-26T14:14:24.367" v="119" actId="47"/>
        <pc:sldMkLst>
          <pc:docMk/>
          <pc:sldMk cId="0" sldId="340"/>
        </pc:sldMkLst>
      </pc:sldChg>
      <pc:sldChg chg="del">
        <pc:chgData name="Novembre Matteo" userId="437dbab0-cd7d-4665-9647-10d1fd490981" providerId="ADAL" clId="{91B3E30A-C5F4-46D0-B01E-FB65EC075246}" dt="2026-03-26T14:14:23.493" v="118" actId="47"/>
        <pc:sldMkLst>
          <pc:docMk/>
          <pc:sldMk cId="0" sldId="341"/>
        </pc:sldMkLst>
      </pc:sldChg>
      <pc:sldChg chg="del">
        <pc:chgData name="Novembre Matteo" userId="437dbab0-cd7d-4665-9647-10d1fd490981" providerId="ADAL" clId="{91B3E30A-C5F4-46D0-B01E-FB65EC075246}" dt="2026-03-26T14:14:22.354" v="117" actId="47"/>
        <pc:sldMkLst>
          <pc:docMk/>
          <pc:sldMk cId="0" sldId="342"/>
        </pc:sldMkLst>
      </pc:sldChg>
    </pc:docChg>
  </pc:docChgLst>
  <pc:docChgLst>
    <pc:chgData name="Novembre Matteo" userId="437dbab0-cd7d-4665-9647-10d1fd490981" providerId="ADAL" clId="{32D87564-5860-4D0F-8588-6C5265CF8554}"/>
    <pc:docChg chg="modSld">
      <pc:chgData name="Novembre Matteo" userId="437dbab0-cd7d-4665-9647-10d1fd490981" providerId="ADAL" clId="{32D87564-5860-4D0F-8588-6C5265CF8554}" dt="2026-02-02T10:17:45.862" v="22" actId="20577"/>
      <pc:docMkLst>
        <pc:docMk/>
      </pc:docMkLst>
      <pc:sldChg chg="addSp modSp mod">
        <pc:chgData name="Novembre Matteo" userId="437dbab0-cd7d-4665-9647-10d1fd490981" providerId="ADAL" clId="{32D87564-5860-4D0F-8588-6C5265CF8554}" dt="2026-02-02T10:17:45.862" v="22" actId="2057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19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26/03/2026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180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91.png"/><Relationship Id="rId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10" Type="http://schemas.openxmlformats.org/officeDocument/2006/relationships/image" Target="../media/image23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endParaRPr lang="it-IT" sz="1200" dirty="0">
              <a:effectLst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214857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>
                          <a:solidFill>
                            <a:sysClr val="windowText" lastClr="000000"/>
                          </a:solidFill>
                        </a:rPr>
                        <a:t>: Introduzione </a:t>
                      </a:r>
                      <a:endParaRPr lang="it-IT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81305" cy="6858000"/>
          </a:xfrm>
          <a:custGeom>
            <a:avLst/>
            <a:gdLst/>
            <a:ahLst/>
            <a:cxnLst/>
            <a:rect l="l" t="t" r="r" b="b"/>
            <a:pathLst>
              <a:path w="381305" h="6858000">
                <a:moveTo>
                  <a:pt x="95326" y="0"/>
                </a:moveTo>
                <a:lnTo>
                  <a:pt x="381305" y="0"/>
                </a:lnTo>
                <a:lnTo>
                  <a:pt x="381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83B01">
              <a:alpha val="8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0" y="6782105"/>
            <a:ext cx="2857500" cy="758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47611" y="-37948"/>
            <a:ext cx="5238598" cy="6858000"/>
          </a:xfrm>
          <a:custGeom>
            <a:avLst/>
            <a:gdLst/>
            <a:ahLst/>
            <a:cxnLst/>
            <a:rect l="l" t="t" r="r" b="b"/>
            <a:pathLst>
              <a:path w="5238598" h="6858000">
                <a:moveTo>
                  <a:pt x="1309649" y="0"/>
                </a:moveTo>
                <a:lnTo>
                  <a:pt x="5238598" y="0"/>
                </a:lnTo>
                <a:lnTo>
                  <a:pt x="523859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 txBox="1"/>
          <p:nvPr/>
        </p:nvSpPr>
        <p:spPr>
          <a:xfrm>
            <a:off x="571500" y="1345082"/>
            <a:ext cx="695401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Amministrazione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dirty="0">
                <a:solidFill>
                  <a:srgbClr val="0078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 Online</a:t>
            </a:r>
            <a:endParaRPr lang="en-US" sz="45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Collaborazione M365</a:t>
            </a:r>
            <a:endParaRPr lang="en-US" sz="45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3288182"/>
            <a:ext cx="62682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percorso completo per padroneggiare la struttura, la sicurezza e l'integrazione nell'ecosistema Microsoft 365.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571500" y="4202582"/>
            <a:ext cx="6782105" cy="17675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05510" y="4431182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Obiettivi del Modulo 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478731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7707" y="4774082"/>
            <a:ext cx="6344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Comprendere la gestione dei siti, le librerie documenti, i permessi avanzati e l'integrazione nativa con Teams e OneDrive.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57707" y="5421478"/>
            <a:ext cx="1390802" cy="323698"/>
          </a:xfrm>
          <a:prstGeom prst="roundRect">
            <a:avLst>
              <a:gd name="adj" fmla="val 16616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2"/>
          <p:cNvSpPr txBox="1"/>
          <p:nvPr/>
        </p:nvSpPr>
        <p:spPr>
          <a:xfrm>
            <a:off x="1239012" y="5421478"/>
            <a:ext cx="10671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Siti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1009498" y="5514746"/>
            <a:ext cx="152705" cy="13350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414016" y="5421478"/>
            <a:ext cx="1162202" cy="323698"/>
          </a:xfrm>
          <a:prstGeom prst="roundRect">
            <a:avLst>
              <a:gd name="adj" fmla="val 16616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4"/>
          <p:cNvSpPr txBox="1"/>
          <p:nvPr/>
        </p:nvSpPr>
        <p:spPr>
          <a:xfrm>
            <a:off x="2814523" y="5421478"/>
            <a:ext cx="8193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2565806" y="5514746"/>
            <a:ext cx="171907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741725" y="5421478"/>
            <a:ext cx="1295705" cy="323698"/>
          </a:xfrm>
          <a:prstGeom prst="roundRect">
            <a:avLst>
              <a:gd name="adj" fmla="val 16616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6"/>
          <p:cNvSpPr txBox="1"/>
          <p:nvPr/>
        </p:nvSpPr>
        <p:spPr>
          <a:xfrm>
            <a:off x="4103827" y="5421478"/>
            <a:ext cx="9912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01F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Sync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94430" y="5514746"/>
            <a:ext cx="133502" cy="13350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t="-9" b="-9"/>
          <a:stretch/>
        </p:blipFill>
        <p:spPr>
          <a:xfrm>
            <a:off x="8058607" y="1969618"/>
            <a:ext cx="3725266" cy="2306117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3003" r="3003"/>
          <a:stretch/>
        </p:blipFill>
        <p:spPr>
          <a:xfrm>
            <a:off x="8105242" y="1976018"/>
            <a:ext cx="3534156" cy="2115007"/>
          </a:xfrm>
          <a:prstGeom prst="rect">
            <a:avLst/>
          </a:prstGeom>
        </p:spPr>
      </p:pic>
      <p:pic>
        <p:nvPicPr>
          <p:cNvPr id="8" name="Image 9" descr="preencoded.png">
            <a:extLst>
              <a:ext uri="{FF2B5EF4-FFF2-40B4-BE49-F238E27FC236}">
                <a16:creationId xmlns:a16="http://schemas.microsoft.com/office/drawing/2014/main" id="{272B7D15-172D-FE47-6EC3-1893DD6CEE9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5" r="-15"/>
          <a:stretch/>
        </p:blipFill>
        <p:spPr>
          <a:xfrm>
            <a:off x="9084564" y="4316882"/>
            <a:ext cx="2499055" cy="657454"/>
          </a:xfrm>
          <a:prstGeom prst="rect">
            <a:avLst/>
          </a:prstGeom>
        </p:spPr>
      </p:pic>
      <p:sp>
        <p:nvSpPr>
          <p:cNvPr id="9" name="Shape 17">
            <a:extLst>
              <a:ext uri="{FF2B5EF4-FFF2-40B4-BE49-F238E27FC236}">
                <a16:creationId xmlns:a16="http://schemas.microsoft.com/office/drawing/2014/main" id="{700A31B8-BCDE-B6EC-BBCA-B0F6BC68286B}"/>
              </a:ext>
            </a:extLst>
          </p:cNvPr>
          <p:cNvSpPr/>
          <p:nvPr/>
        </p:nvSpPr>
        <p:spPr>
          <a:xfrm>
            <a:off x="9308592" y="4415638"/>
            <a:ext cx="323698" cy="323698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06CABB04-966F-494D-9A1E-85FD05E77A8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2910" r="-2910"/>
          <a:stretch/>
        </p:blipFill>
        <p:spPr>
          <a:xfrm>
            <a:off x="9411919" y="4514393"/>
            <a:ext cx="114300" cy="123444"/>
          </a:xfrm>
          <a:prstGeom prst="rect">
            <a:avLst/>
          </a:prstGeom>
        </p:spPr>
      </p:pic>
      <p:sp>
        <p:nvSpPr>
          <p:cNvPr id="28" name="Shape 18">
            <a:extLst>
              <a:ext uri="{FF2B5EF4-FFF2-40B4-BE49-F238E27FC236}">
                <a16:creationId xmlns:a16="http://schemas.microsoft.com/office/drawing/2014/main" id="{D5A07775-9979-6E10-B881-CF5008057640}"/>
              </a:ext>
            </a:extLst>
          </p:cNvPr>
          <p:cNvSpPr/>
          <p:nvPr/>
        </p:nvSpPr>
        <p:spPr>
          <a:xfrm>
            <a:off x="9498787" y="4422038"/>
            <a:ext cx="323698" cy="323698"/>
          </a:xfrm>
          <a:prstGeom prst="ellipse">
            <a:avLst/>
          </a:prstGeom>
          <a:solidFill>
            <a:srgbClr val="6366F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11" descr="preencoded.png">
            <a:extLst>
              <a:ext uri="{FF2B5EF4-FFF2-40B4-BE49-F238E27FC236}">
                <a16:creationId xmlns:a16="http://schemas.microsoft.com/office/drawing/2014/main" id="{5F497292-079C-4461-07DF-C7D694892D3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97542" y="4520794"/>
            <a:ext cx="123444" cy="123444"/>
          </a:xfrm>
          <a:prstGeom prst="rect">
            <a:avLst/>
          </a:prstGeom>
        </p:spPr>
      </p:pic>
      <p:sp>
        <p:nvSpPr>
          <p:cNvPr id="30" name="Shape 19">
            <a:extLst>
              <a:ext uri="{FF2B5EF4-FFF2-40B4-BE49-F238E27FC236}">
                <a16:creationId xmlns:a16="http://schemas.microsoft.com/office/drawing/2014/main" id="{5071AB17-B434-2881-1AD8-6BAB6AD39E24}"/>
              </a:ext>
            </a:extLst>
          </p:cNvPr>
          <p:cNvSpPr/>
          <p:nvPr/>
        </p:nvSpPr>
        <p:spPr>
          <a:xfrm>
            <a:off x="9688982" y="4428439"/>
            <a:ext cx="323698" cy="323698"/>
          </a:xfrm>
          <a:prstGeom prst="ellipse">
            <a:avLst/>
          </a:prstGeom>
          <a:solidFill>
            <a:srgbClr val="93C5F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12" descr="preencoded.png">
            <a:extLst>
              <a:ext uri="{FF2B5EF4-FFF2-40B4-BE49-F238E27FC236}">
                <a16:creationId xmlns:a16="http://schemas.microsoft.com/office/drawing/2014/main" id="{D92FCF50-F815-396F-0C1E-B051C488BB5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787738" y="4527194"/>
            <a:ext cx="123444" cy="123444"/>
          </a:xfrm>
          <a:prstGeom prst="rect">
            <a:avLst/>
          </a:prstGeom>
        </p:spPr>
      </p:pic>
      <p:sp>
        <p:nvSpPr>
          <p:cNvPr id="32" name="Text 20">
            <a:extLst>
              <a:ext uri="{FF2B5EF4-FFF2-40B4-BE49-F238E27FC236}">
                <a16:creationId xmlns:a16="http://schemas.microsoft.com/office/drawing/2014/main" id="{A88E8B9A-4EF4-AE26-9B7C-382F1875CDE4}"/>
              </a:ext>
            </a:extLst>
          </p:cNvPr>
          <p:cNvSpPr txBox="1"/>
          <p:nvPr/>
        </p:nvSpPr>
        <p:spPr>
          <a:xfrm>
            <a:off x="10152583" y="4425696"/>
            <a:ext cx="1267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Modulo 2</a:t>
            </a:r>
            <a:endParaRPr lang="en-US" sz="9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67CF2131-BE54-8AE8-42C7-FB6A0AD243F0}"/>
              </a:ext>
            </a:extLst>
          </p:cNvPr>
          <p:cNvSpPr txBox="1"/>
          <p:nvPr/>
        </p:nvSpPr>
        <p:spPr>
          <a:xfrm>
            <a:off x="10145268" y="4577486"/>
            <a:ext cx="12883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</a:t>
            </a:r>
            <a:r>
              <a:rPr lang="en-US" sz="1000" b="1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571500" y="152705"/>
            <a:ext cx="4134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Panoramica del modulo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affronteremo oggi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870034" y="286207"/>
            <a:ext cx="1752905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22738" y="381305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251338" y="286207"/>
            <a:ext cx="1276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dettagliata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" y="1333195"/>
            <a:ext cx="5333695" cy="1609344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71500" y="1333195"/>
            <a:ext cx="47549" cy="1609344"/>
          </a:xfrm>
          <a:prstGeom prst="roundRect">
            <a:avLst>
              <a:gd name="adj" fmla="val 13654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5686654" y="1238098"/>
            <a:ext cx="342900" cy="286207"/>
          </a:xfrm>
          <a:prstGeom prst="rect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244" y="1851660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923544" y="1985162"/>
            <a:ext cx="342900" cy="304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71854" y="1773936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Struttura e Siti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571854" y="2095805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Site vs Communication Site e architettura fondamentale.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86500" y="1333195"/>
            <a:ext cx="5333695" cy="1609344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286500" y="1333195"/>
            <a:ext cx="47549" cy="1609344"/>
          </a:xfrm>
          <a:prstGeom prst="roundRect">
            <a:avLst>
              <a:gd name="adj" fmla="val 13654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 txBox="1"/>
          <p:nvPr/>
        </p:nvSpPr>
        <p:spPr>
          <a:xfrm>
            <a:off x="11401654" y="1238098"/>
            <a:ext cx="342900" cy="286207"/>
          </a:xfrm>
          <a:prstGeom prst="rect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524244" y="1851660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6638544" y="1985162"/>
            <a:ext cx="342900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286854" y="1874520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Librerie Documenti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286854" y="2197303"/>
            <a:ext cx="46296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Organizzazione file, colonne, viste personalizzate e ricerca.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71500" y="3179369"/>
            <a:ext cx="5333695" cy="1609344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571500" y="3179369"/>
            <a:ext cx="47549" cy="1609344"/>
          </a:xfrm>
          <a:prstGeom prst="roundRect">
            <a:avLst>
              <a:gd name="adj" fmla="val 13654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 txBox="1"/>
          <p:nvPr/>
        </p:nvSpPr>
        <p:spPr>
          <a:xfrm>
            <a:off x="5686654" y="3084271"/>
            <a:ext cx="342900" cy="286207"/>
          </a:xfrm>
          <a:prstGeom prst="rect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09244" y="369691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2746" y="3830422"/>
            <a:ext cx="304495" cy="3044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71854" y="3619195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Pagine e Webpart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571854" y="3941064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Creazione di contenuti moderni e visualizzazione informazioni.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286500" y="3179369"/>
            <a:ext cx="5333695" cy="1609344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6286500" y="3179369"/>
            <a:ext cx="47549" cy="1609344"/>
          </a:xfrm>
          <a:prstGeom prst="roundRect">
            <a:avLst>
              <a:gd name="adj" fmla="val 13654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8"/>
          <p:cNvSpPr txBox="1"/>
          <p:nvPr/>
        </p:nvSpPr>
        <p:spPr>
          <a:xfrm>
            <a:off x="11401654" y="3084271"/>
            <a:ext cx="342900" cy="286207"/>
          </a:xfrm>
          <a:prstGeom prst="rect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524244" y="369691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6620256" y="3830422"/>
            <a:ext cx="381305" cy="30449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286854" y="3720694"/>
            <a:ext cx="3458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Permessi e Sicurezza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7286854" y="4042562"/>
            <a:ext cx="3959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accessi, gruppi e livelli di autorizzazione.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71500" y="5024628"/>
            <a:ext cx="5333695" cy="145755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3"/>
          <p:cNvSpPr/>
          <p:nvPr/>
        </p:nvSpPr>
        <p:spPr>
          <a:xfrm>
            <a:off x="571500" y="5024628"/>
            <a:ext cx="47549" cy="1457554"/>
          </a:xfrm>
          <a:prstGeom prst="roundRect">
            <a:avLst>
              <a:gd name="adj" fmla="val 15082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4"/>
          <p:cNvSpPr txBox="1"/>
          <p:nvPr/>
        </p:nvSpPr>
        <p:spPr>
          <a:xfrm>
            <a:off x="5686654" y="4929530"/>
            <a:ext cx="342900" cy="286207"/>
          </a:xfrm>
          <a:prstGeom prst="rect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809244" y="546536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2746" y="5598871"/>
            <a:ext cx="304495" cy="30449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571854" y="5488229"/>
            <a:ext cx="3439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 e Dati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1571854" y="5810098"/>
            <a:ext cx="39374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dati strutturati come alternativa a Excel.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286500" y="5024628"/>
            <a:ext cx="5333695" cy="145755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7" name="Shape 39"/>
          <p:cNvSpPr/>
          <p:nvPr/>
        </p:nvSpPr>
        <p:spPr>
          <a:xfrm>
            <a:off x="6286500" y="5024628"/>
            <a:ext cx="47549" cy="1457554"/>
          </a:xfrm>
          <a:prstGeom prst="roundRect">
            <a:avLst>
              <a:gd name="adj" fmla="val 150829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0"/>
          <p:cNvSpPr txBox="1"/>
          <p:nvPr/>
        </p:nvSpPr>
        <p:spPr>
          <a:xfrm>
            <a:off x="11401654" y="4929530"/>
            <a:ext cx="342900" cy="286207"/>
          </a:xfrm>
          <a:prstGeom prst="rect">
            <a:avLst/>
          </a:prstGeom>
          <a:solidFill>
            <a:srgbClr val="0078D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6524244" y="546536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6696151" y="5598871"/>
            <a:ext cx="228600" cy="304495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286854" y="5488229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Integrazione M365</a:t>
            </a:r>
            <a:endParaRPr lang="en-US" sz="1400" dirty="0"/>
          </a:p>
        </p:txBody>
      </p:sp>
      <p:sp>
        <p:nvSpPr>
          <p:cNvPr id="52" name="Text 43"/>
          <p:cNvSpPr txBox="1"/>
          <p:nvPr/>
        </p:nvSpPr>
        <p:spPr>
          <a:xfrm>
            <a:off x="7286854" y="581009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Sinergia con Teams, OneDrive e altre app dell'ecosistema.</a:t>
            </a:r>
            <a:endParaRPr lang="en-US" sz="11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 l="-57" r="-57"/>
          <a:stretch/>
        </p:blipFill>
        <p:spPr>
          <a:xfrm>
            <a:off x="11487607" y="6172200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4762195" cy="4762195"/>
          </a:xfrm>
          <a:prstGeom prst="ellipse">
            <a:avLst/>
          </a:prstGeom>
          <a:solidFill>
            <a:srgbClr val="E3F2F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952805" y="3524098"/>
            <a:ext cx="4286707" cy="4286707"/>
          </a:xfrm>
          <a:prstGeom prst="ellipse">
            <a:avLst/>
          </a:prstGeom>
          <a:solidFill>
            <a:srgbClr val="E8F5E9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19049" y="1452982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19049" y="1452982"/>
            <a:ext cx="3495751" cy="47549"/>
          </a:xfrm>
          <a:prstGeom prst="roundRect">
            <a:avLst>
              <a:gd name="adj" fmla="val 94191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47649" y="17291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DF3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72007" y="1852574"/>
            <a:ext cx="209398" cy="20939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7649" y="2338121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 i Duplicati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7649" y="2704795"/>
            <a:ext cx="311536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la proliferazione di copie via email e riduce la perdita di file grazie ad un archivio unico e centralizzato accessibile a tutti.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49801" y="1452982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349801" y="1452982"/>
            <a:ext cx="3495751" cy="47549"/>
          </a:xfrm>
          <a:prstGeom prst="roundRect">
            <a:avLst>
              <a:gd name="adj" fmla="val 94191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578401" y="17291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4673498" y="1852574"/>
            <a:ext cx="267005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8401" y="2338121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8401" y="2704795"/>
            <a:ext cx="311536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Permette a più utenti di lavorare contemporaneamente sullo stesso documento (co-authoring), tracciando ogni modifica in tempo reale.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080553" y="1452982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8080553" y="1452982"/>
            <a:ext cx="3495751" cy="47549"/>
          </a:xfrm>
          <a:prstGeom prst="roundRect">
            <a:avLst>
              <a:gd name="adj" fmla="val 94191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309153" y="17291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461" r="-461"/>
          <a:stretch/>
        </p:blipFill>
        <p:spPr>
          <a:xfrm>
            <a:off x="8418881" y="1852574"/>
            <a:ext cx="237744" cy="20939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09153" y="2338121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Struttura Organizzata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09153" y="2704795"/>
            <a:ext cx="311536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 i documenti in modo logico tramite metadati e tassonomie, superando i limiti delle semplici cartelle nidificate.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19049" y="4024274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619049" y="4024274"/>
            <a:ext cx="3495751" cy="47549"/>
          </a:xfrm>
          <a:prstGeom prst="roundRect">
            <a:avLst>
              <a:gd name="adj" fmla="val 94191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847649" y="43004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E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2007" y="4424782"/>
            <a:ext cx="209398" cy="20939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7649" y="4910328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Versioning &amp; Sicurezza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47649" y="5277002"/>
            <a:ext cx="311536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Garantisce il recupero di versioni precedenti dei file e offre un controllo granulare sui permessi di accesso per ogni utente.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349801" y="4024274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4349801" y="4024274"/>
            <a:ext cx="3495751" cy="47549"/>
          </a:xfrm>
          <a:prstGeom prst="roundRect">
            <a:avLst>
              <a:gd name="adj" fmla="val 94191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6"/>
          <p:cNvSpPr/>
          <p:nvPr/>
        </p:nvSpPr>
        <p:spPr>
          <a:xfrm>
            <a:off x="4578401" y="43004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t="-600" b="-600"/>
          <a:stretch/>
        </p:blipFill>
        <p:spPr>
          <a:xfrm>
            <a:off x="4716475" y="4424782"/>
            <a:ext cx="181051" cy="20939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578401" y="4910328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Ecosistema M365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4578401" y="5277002"/>
            <a:ext cx="311536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nativa e fluida con Teams, OneDrive, Planner e Power Platform per un ambiente di lavoro digitale completo.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080553" y="4024274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8080553" y="4024274"/>
            <a:ext cx="3495751" cy="47549"/>
          </a:xfrm>
          <a:prstGeom prst="roundRect">
            <a:avLst>
              <a:gd name="adj" fmla="val 94191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1"/>
          <p:cNvSpPr/>
          <p:nvPr/>
        </p:nvSpPr>
        <p:spPr>
          <a:xfrm>
            <a:off x="8309153" y="430042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D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32597" y="4424782"/>
            <a:ext cx="209398" cy="20939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309153" y="4910328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dei Dati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8309153" y="5277002"/>
            <a:ext cx="3115361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Assicura la conformità normativa, la gestione delle policy di conservazione e la protezione delle informazioni sensibili aziendali.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Text 35"/>
          <p:cNvSpPr txBox="1"/>
          <p:nvPr/>
        </p:nvSpPr>
        <p:spPr>
          <a:xfrm>
            <a:off x="571500" y="135331"/>
            <a:ext cx="7068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Valore Aziendale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571500" y="369418"/>
            <a:ext cx="78208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Perché le aziende usano SharePoint</a:t>
            </a:r>
            <a:endParaRPr lang="en-US" sz="28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266" r="-266"/>
          <a:stretch/>
        </p:blipFill>
        <p:spPr>
          <a:xfrm>
            <a:off x="11296498" y="381305"/>
            <a:ext cx="323698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353251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5333695" cy="5591556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09244" y="3820363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1133856" y="299100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Infrastruttura Zero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3295498"/>
            <a:ext cx="4610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 server da acquistare o gestire. Manutenzione a carico di Microsoft.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" y="4657954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1133856" y="4019702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Aggiornamenti Automatici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4324198"/>
            <a:ext cx="4905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Funzionalità sempre aggiornate all'ultima versione senza downtime.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9244" y="549645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1086307" y="4858207"/>
            <a:ext cx="4696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Nativa M365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86307" y="5162702"/>
            <a:ext cx="5267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Connessione fluida con Teams, OneDrive, Power Automate e Power Apps.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569579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Avanzata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6001207"/>
            <a:ext cx="4610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 enterprise e protezione dati gestita globalmente da Microsoft.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3061411"/>
            <a:ext cx="181051" cy="181051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4090111"/>
            <a:ext cx="181051" cy="181051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856" b="-856"/>
          <a:stretch/>
        </p:blipFill>
        <p:spPr>
          <a:xfrm>
            <a:off x="809244" y="4927702"/>
            <a:ext cx="133502" cy="181051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5766206"/>
            <a:ext cx="181051" cy="18105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1500" y="1028700"/>
            <a:ext cx="5333695" cy="1723644"/>
          </a:xfrm>
          <a:prstGeom prst="roundRect">
            <a:avLst>
              <a:gd name="adj" fmla="val 3517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2952598" y="126644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3095244" y="1438351"/>
            <a:ext cx="286207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52551" y="1981505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Online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52551" y="2324405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SaaS (Software as a Service)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71500" y="6223406"/>
            <a:ext cx="5333695" cy="400507"/>
          </a:xfrm>
          <a:prstGeom prst="roundRect">
            <a:avLst>
              <a:gd name="adj" fmla="val 6523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 txBox="1"/>
          <p:nvPr/>
        </p:nvSpPr>
        <p:spPr>
          <a:xfrm>
            <a:off x="609905" y="6318504"/>
            <a:ext cx="5257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Scelta raccomandata per la maggior parte delle aziende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1289304" y="6355080"/>
            <a:ext cx="152705" cy="13350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286500" y="1028700"/>
            <a:ext cx="5333695" cy="5591556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6524244" y="3629254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3"/>
          <p:cNvSpPr txBox="1"/>
          <p:nvPr/>
        </p:nvSpPr>
        <p:spPr>
          <a:xfrm>
            <a:off x="6848856" y="2991002"/>
            <a:ext cx="4496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Complessa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848856" y="3295498"/>
            <a:ext cx="5067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Richiede server fisici/virtuali, backup, patching e personale IT dedicato.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524244" y="446775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6"/>
          <p:cNvSpPr txBox="1"/>
          <p:nvPr/>
        </p:nvSpPr>
        <p:spPr>
          <a:xfrm>
            <a:off x="6848856" y="3829507"/>
            <a:ext cx="3801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Aggiornamenti Manuali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848856" y="4134002"/>
            <a:ext cx="4353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Upgrade costosi e rischiosi (es. migrazione da 2016 a 2019).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524244" y="5305349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9"/>
          <p:cNvSpPr txBox="1"/>
          <p:nvPr/>
        </p:nvSpPr>
        <p:spPr>
          <a:xfrm>
            <a:off x="6896405" y="4667098"/>
            <a:ext cx="4229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Integrazioni Limitate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6896405" y="4972507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Connessione ibrida complessa per usare Teams o Power Platform.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6848856" y="5505602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Costi CAPEX Elevati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6848856" y="5810098"/>
            <a:ext cx="41897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iniziale alto in hardware e licenze perpetue.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24244" y="3061411"/>
            <a:ext cx="181051" cy="181051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24244" y="3899002"/>
            <a:ext cx="181051" cy="181051"/>
          </a:xfrm>
          <a:prstGeom prst="rect">
            <a:avLst/>
          </a:prstGeom>
        </p:spPr>
      </p:pic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6524244" y="4737506"/>
            <a:ext cx="228600" cy="181051"/>
          </a:xfrm>
          <a:prstGeom prst="rect">
            <a:avLst/>
          </a:prstGeom>
        </p:spPr>
      </p:pic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24244" y="5576011"/>
            <a:ext cx="181051" cy="181051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6286500" y="1028700"/>
            <a:ext cx="5333695" cy="1723644"/>
          </a:xfrm>
          <a:prstGeom prst="roundRect">
            <a:avLst>
              <a:gd name="adj" fmla="val 3517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4"/>
          <p:cNvSpPr/>
          <p:nvPr/>
        </p:nvSpPr>
        <p:spPr>
          <a:xfrm>
            <a:off x="8667598" y="126644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839505" y="1438351"/>
            <a:ext cx="228600" cy="2286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467551" y="1981505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On-Premise</a:t>
            </a:r>
            <a:endParaRPr lang="en-US" sz="1800" dirty="0"/>
          </a:p>
        </p:txBody>
      </p:sp>
      <p:sp>
        <p:nvSpPr>
          <p:cNvPr id="49" name="Text 36"/>
          <p:cNvSpPr txBox="1"/>
          <p:nvPr/>
        </p:nvSpPr>
        <p:spPr>
          <a:xfrm>
            <a:off x="6467551" y="2324405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 Farm Locale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6286500" y="6223406"/>
            <a:ext cx="5333695" cy="400507"/>
          </a:xfrm>
          <a:prstGeom prst="roundRect">
            <a:avLst>
              <a:gd name="adj" fmla="val 65232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8"/>
          <p:cNvSpPr txBox="1"/>
          <p:nvPr/>
        </p:nvSpPr>
        <p:spPr>
          <a:xfrm>
            <a:off x="6324905" y="6318504"/>
            <a:ext cx="5257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Solo per esigenze specifiche di compliance o legacy</a:t>
            </a:r>
            <a:endParaRPr lang="en-US" sz="10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168896" y="6355080"/>
            <a:ext cx="133502" cy="133502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Shape 40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1"/>
          <p:cNvSpPr txBox="1"/>
          <p:nvPr/>
        </p:nvSpPr>
        <p:spPr>
          <a:xfrm>
            <a:off x="571500" y="0"/>
            <a:ext cx="5772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Confronto Tecnologie</a:t>
            </a:r>
            <a:endParaRPr lang="en-US" sz="1000" dirty="0"/>
          </a:p>
        </p:txBody>
      </p:sp>
      <p:sp>
        <p:nvSpPr>
          <p:cNvPr id="56" name="Text 42"/>
          <p:cNvSpPr txBox="1"/>
          <p:nvPr/>
        </p:nvSpPr>
        <p:spPr>
          <a:xfrm>
            <a:off x="571500" y="228600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Online vs On-Premise</a:t>
            </a:r>
            <a:endParaRPr lang="en-US" sz="2700" dirty="0"/>
          </a:p>
        </p:txBody>
      </p:sp>
      <p:sp>
        <p:nvSpPr>
          <p:cNvPr id="57" name="Shape 43"/>
          <p:cNvSpPr/>
          <p:nvPr/>
        </p:nvSpPr>
        <p:spPr>
          <a:xfrm>
            <a:off x="9589313" y="123444"/>
            <a:ext cx="20381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9789566" y="228600"/>
            <a:ext cx="190195" cy="152705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10094062" y="123444"/>
            <a:ext cx="13908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 comparativa</a:t>
            </a:r>
            <a:endParaRPr lang="en-US" sz="1000" dirty="0"/>
          </a:p>
        </p:txBody>
      </p:sp>
      <p:sp>
        <p:nvSpPr>
          <p:cNvPr id="60" name="Text 45"/>
          <p:cNvSpPr txBox="1"/>
          <p:nvPr/>
        </p:nvSpPr>
        <p:spPr>
          <a:xfrm>
            <a:off x="5781751" y="3538728"/>
            <a:ext cx="629107" cy="571500"/>
          </a:xfrm>
          <a:prstGeom prst="rect">
            <a:avLst/>
          </a:prstGeom>
          <a:solidFill>
            <a:srgbClr val="FFFFFF"/>
          </a:solidFill>
          <a:ln w="50800">
            <a:solidFill>
              <a:srgbClr val="F8F9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2106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61695" y="761694"/>
            <a:ext cx="5143500" cy="60597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761695"/>
            <a:ext cx="5143500" cy="2180844"/>
          </a:xfrm>
          <a:prstGeom prst="roundRect">
            <a:avLst>
              <a:gd name="adj" fmla="val 2930"/>
            </a:avLst>
          </a:prstGeom>
          <a:solidFill>
            <a:srgbClr val="5C2D9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761695" y="2884932"/>
            <a:ext cx="5143500" cy="57607"/>
          </a:xfrm>
          <a:prstGeom prst="roundRect">
            <a:avLst>
              <a:gd name="adj" fmla="val 110904"/>
            </a:avLst>
          </a:prstGeom>
          <a:solidFill>
            <a:srgbClr val="4A2475"/>
          </a:solidFill>
          <a:ln w="12700">
            <a:solidFill>
              <a:srgbClr val="4A24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2952598" y="1047902"/>
            <a:ext cx="761695" cy="761695"/>
          </a:xfrm>
          <a:prstGeom prst="roundRect">
            <a:avLst>
              <a:gd name="adj" fmla="val 3001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7695" y="1199693"/>
            <a:ext cx="5715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09114" y="1952244"/>
            <a:ext cx="16504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Site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1827886" y="2371039"/>
            <a:ext cx="301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&amp; Lavoro di Gruppo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1695" y="2942539"/>
            <a:ext cx="5143500" cy="3724351"/>
          </a:xfrm>
          <a:prstGeom prst="roundRect">
            <a:avLst>
              <a:gd name="adj" fmla="val 8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2648102" y="3228746"/>
            <a:ext cx="1371600" cy="304495"/>
          </a:xfrm>
          <a:prstGeom prst="roundRect">
            <a:avLst>
              <a:gd name="adj" fmla="val 187688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 txBox="1"/>
          <p:nvPr/>
        </p:nvSpPr>
        <p:spPr>
          <a:xfrm>
            <a:off x="2619756" y="3228746"/>
            <a:ext cx="14292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5C2D9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usarlo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90295" y="3601821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"Dobbiamo lavorare insieme su questo"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47902" y="4935931"/>
            <a:ext cx="45720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902" y="4135831"/>
            <a:ext cx="171907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62456" y="4097426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Quotidiana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62456" y="4364431"/>
            <a:ext cx="4334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Ideale per progetti, reparti o gruppi di lavoro che creano contenuti insieme.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047902" y="5973775"/>
            <a:ext cx="45720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902" y="5173675"/>
            <a:ext cx="171907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62456" y="5135270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Connesso a M365 Group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362456" y="5402275"/>
            <a:ext cx="4334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automaticamente un Team in Teams, un piano Planner e un calendario condiviso.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902" y="6211519"/>
            <a:ext cx="171907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62456" y="6174029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Permessi Semplice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362456" y="6440119"/>
            <a:ext cx="4334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Tutti i membri del team hanno accesso di modifica (Member) di default.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761695"/>
            <a:ext cx="5143500" cy="6059729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286500" y="761695"/>
            <a:ext cx="5143500" cy="2180844"/>
          </a:xfrm>
          <a:prstGeom prst="roundRect">
            <a:avLst>
              <a:gd name="adj" fmla="val 293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1"/>
          <p:cNvSpPr/>
          <p:nvPr/>
        </p:nvSpPr>
        <p:spPr>
          <a:xfrm>
            <a:off x="6286500" y="2884932"/>
            <a:ext cx="5143500" cy="57607"/>
          </a:xfrm>
          <a:prstGeom prst="roundRect">
            <a:avLst>
              <a:gd name="adj" fmla="val 110904"/>
            </a:avLst>
          </a:prstGeom>
          <a:solidFill>
            <a:srgbClr val="005A9E"/>
          </a:solidFill>
          <a:ln w="12700">
            <a:solidFill>
              <a:srgbClr val="005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8477402" y="1047902"/>
            <a:ext cx="761695" cy="761695"/>
          </a:xfrm>
          <a:prstGeom prst="roundRect">
            <a:avLst>
              <a:gd name="adj" fmla="val 3001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30107" y="1199693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09130" y="1952244"/>
            <a:ext cx="33037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 Site</a:t>
            </a:r>
            <a:endParaRPr lang="en-US" sz="2200" dirty="0"/>
          </a:p>
        </p:txBody>
      </p:sp>
      <p:sp>
        <p:nvSpPr>
          <p:cNvPr id="33" name="Text 24"/>
          <p:cNvSpPr txBox="1"/>
          <p:nvPr/>
        </p:nvSpPr>
        <p:spPr>
          <a:xfrm>
            <a:off x="7537399" y="2371039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Informazione &amp; Comunicazione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286500" y="2942540"/>
            <a:ext cx="5143500" cy="3876142"/>
          </a:xfrm>
          <a:prstGeom prst="roundRect">
            <a:avLst>
              <a:gd name="adj" fmla="val 8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6"/>
          <p:cNvSpPr/>
          <p:nvPr/>
        </p:nvSpPr>
        <p:spPr>
          <a:xfrm>
            <a:off x="8172907" y="3228746"/>
            <a:ext cx="1371600" cy="304495"/>
          </a:xfrm>
          <a:prstGeom prst="roundRect">
            <a:avLst>
              <a:gd name="adj" fmla="val 1876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27"/>
          <p:cNvSpPr txBox="1"/>
          <p:nvPr/>
        </p:nvSpPr>
        <p:spPr>
          <a:xfrm>
            <a:off x="8143646" y="3228746"/>
            <a:ext cx="14292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usarlo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6515100" y="3601821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"Voglio comunicare questo a tutti"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572707" y="4935931"/>
            <a:ext cx="45720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4135831"/>
            <a:ext cx="171907" cy="171907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886346" y="4097426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Comunicazione "Top-Down"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6886346" y="4364431"/>
            <a:ext cx="4334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Pubblicazione di news, policy, eventi o portali intranet per un vasto pubblico.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6572707" y="5973775"/>
            <a:ext cx="45720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5173675"/>
            <a:ext cx="171907" cy="1719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886346" y="5135270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Visivo Impattante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6886346" y="5402275"/>
            <a:ext cx="4334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Layout moderni, widescreen, senza barra laterale sinistra, focus su immagini e leggibilità.</a:t>
            </a:r>
            <a:endParaRPr lang="en-US" sz="10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6211519"/>
            <a:ext cx="171907" cy="171907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886346" y="6174029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Pochi Autori, Molti Lettori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6886346" y="6440119"/>
            <a:ext cx="4334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piccolo gruppo crea e gestisce i contenuti, il resto dell'azienda legge (Read-only).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38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9"/>
          <p:cNvSpPr txBox="1"/>
          <p:nvPr/>
        </p:nvSpPr>
        <p:spPr>
          <a:xfrm>
            <a:off x="571500" y="0"/>
            <a:ext cx="7668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SharePoint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571500" y="228600"/>
            <a:ext cx="97575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Tipi di Siti: Team Site vs Communication Site</a:t>
            </a:r>
            <a:endParaRPr lang="en-US" sz="2700" dirty="0"/>
          </a:p>
        </p:txBody>
      </p:sp>
      <p:sp>
        <p:nvSpPr>
          <p:cNvPr id="53" name="Shape 41"/>
          <p:cNvSpPr/>
          <p:nvPr/>
        </p:nvSpPr>
        <p:spPr>
          <a:xfrm>
            <a:off x="9312250" y="123444"/>
            <a:ext cx="23143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9512503" y="228600"/>
            <a:ext cx="171907" cy="15270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9797796" y="123444"/>
            <a:ext cx="169438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Fondamentale</a:t>
            </a:r>
            <a:endParaRPr lang="en-US" sz="1000" dirty="0"/>
          </a:p>
        </p:txBody>
      </p:sp>
      <p:sp>
        <p:nvSpPr>
          <p:cNvPr id="56" name="Text 43"/>
          <p:cNvSpPr txBox="1"/>
          <p:nvPr/>
        </p:nvSpPr>
        <p:spPr>
          <a:xfrm>
            <a:off x="5829300" y="3696005"/>
            <a:ext cx="534010" cy="476402"/>
          </a:xfrm>
          <a:prstGeom prst="rect">
            <a:avLst/>
          </a:prstGeom>
          <a:solidFill>
            <a:srgbClr val="323130"/>
          </a:solidFill>
          <a:ln w="50800">
            <a:solidFill>
              <a:srgbClr val="F8F9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438705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07" b="-407"/>
          <a:stretch/>
        </p:blipFill>
        <p:spPr>
          <a:xfrm>
            <a:off x="0" y="952805"/>
            <a:ext cx="2430475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143000"/>
            <a:ext cx="810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" y="2627986"/>
            <a:ext cx="857707" cy="8577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5042" y="2865730"/>
            <a:ext cx="381305" cy="3813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88950" y="3770986"/>
            <a:ext cx="18580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Navigazione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256032" y="4256532"/>
            <a:ext cx="192206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e Quick Launch che guidano l'utente nell'esplorazione dei contenuti.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440534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4879238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407" b="-407"/>
          <a:stretch/>
        </p:blipFill>
        <p:spPr>
          <a:xfrm>
            <a:off x="2440534" y="952805"/>
            <a:ext cx="2430475" cy="576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864254" y="1143000"/>
            <a:ext cx="8577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26918" y="2743200"/>
            <a:ext cx="857707" cy="857707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465576" y="2981858"/>
            <a:ext cx="381305" cy="3813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140050" y="3886200"/>
            <a:ext cx="1038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Pagine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2696566" y="4372661"/>
            <a:ext cx="192206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Interfaccia visiva con webpart, testo e media per presentare le informazioni.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881067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3"/>
          <p:cNvSpPr/>
          <p:nvPr/>
        </p:nvSpPr>
        <p:spPr>
          <a:xfrm>
            <a:off x="7319772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t="-407" b="-407"/>
          <a:stretch/>
        </p:blipFill>
        <p:spPr>
          <a:xfrm>
            <a:off x="4881067" y="952805"/>
            <a:ext cx="2430475" cy="5760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303874" y="1143000"/>
            <a:ext cx="8577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8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667451" y="2743200"/>
            <a:ext cx="857707" cy="857707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 t="-13" b="-13"/>
          <a:stretch/>
        </p:blipFill>
        <p:spPr>
          <a:xfrm>
            <a:off x="5881421" y="2981858"/>
            <a:ext cx="428854" cy="38130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480914" y="3886200"/>
            <a:ext cx="1239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Librerie</a:t>
            </a:r>
            <a:endParaRPr lang="en-US" sz="1800" dirty="0"/>
          </a:p>
        </p:txBody>
      </p:sp>
      <p:sp>
        <p:nvSpPr>
          <p:cNvPr id="27" name="Text 16"/>
          <p:cNvSpPr txBox="1"/>
          <p:nvPr/>
        </p:nvSpPr>
        <p:spPr>
          <a:xfrm>
            <a:off x="5137099" y="4372661"/>
            <a:ext cx="192206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 centralizzati per file con versioning, metadati e co-authoring.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7320686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18"/>
          <p:cNvSpPr/>
          <p:nvPr/>
        </p:nvSpPr>
        <p:spPr>
          <a:xfrm>
            <a:off x="9759391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 t="-407" b="-407"/>
          <a:stretch/>
        </p:blipFill>
        <p:spPr>
          <a:xfrm>
            <a:off x="7320686" y="952805"/>
            <a:ext cx="2430475" cy="57607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678570" y="1143000"/>
            <a:ext cx="924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8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107985" y="2743200"/>
            <a:ext cx="857707" cy="857707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45729" y="2981858"/>
            <a:ext cx="381305" cy="38130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8155534" y="3886200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</a:t>
            </a:r>
            <a:endParaRPr lang="en-US" sz="1800" dirty="0"/>
          </a:p>
        </p:txBody>
      </p:sp>
      <p:sp>
        <p:nvSpPr>
          <p:cNvPr id="35" name="Text 21"/>
          <p:cNvSpPr txBox="1"/>
          <p:nvPr/>
        </p:nvSpPr>
        <p:spPr>
          <a:xfrm>
            <a:off x="7576718" y="4372661"/>
            <a:ext cx="192206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Tabelle strutturate per gestire dati come task, scadenze e inventari.</a:t>
            </a:r>
            <a:endParaRPr lang="en-US" sz="1100" dirty="0"/>
          </a:p>
        </p:txBody>
      </p:sp>
      <p:sp>
        <p:nvSpPr>
          <p:cNvPr id="36" name="Shape 22"/>
          <p:cNvSpPr/>
          <p:nvPr/>
        </p:nvSpPr>
        <p:spPr>
          <a:xfrm>
            <a:off x="9761220" y="952805"/>
            <a:ext cx="2438705" cy="5905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5"/>
          <a:srcRect t="-407" b="-407"/>
          <a:stretch/>
        </p:blipFill>
        <p:spPr>
          <a:xfrm>
            <a:off x="9761220" y="952805"/>
            <a:ext cx="2430475" cy="57607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1175797" y="1143000"/>
            <a:ext cx="866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8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47604" y="2627986"/>
            <a:ext cx="857707" cy="857707"/>
          </a:xfrm>
          <a:prstGeom prst="rect">
            <a:avLst/>
          </a:prstGeom>
        </p:spPr>
      </p:pic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7"/>
          <a:srcRect t="-24" b="-24"/>
          <a:stretch/>
        </p:blipFill>
        <p:spPr>
          <a:xfrm>
            <a:off x="10738714" y="2865730"/>
            <a:ext cx="476402" cy="381305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10006279" y="3770986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Impostazioni</a:t>
            </a:r>
            <a:endParaRPr lang="en-US" sz="1800" dirty="0"/>
          </a:p>
        </p:txBody>
      </p:sp>
      <p:sp>
        <p:nvSpPr>
          <p:cNvPr id="42" name="Text 25"/>
          <p:cNvSpPr txBox="1"/>
          <p:nvPr/>
        </p:nvSpPr>
        <p:spPr>
          <a:xfrm>
            <a:off x="10017252" y="4256532"/>
            <a:ext cx="192206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Configurazione di permessi, look &amp; feel e parametri regionali del sito.</a:t>
            </a:r>
            <a:endParaRPr lang="en-US" sz="1100" dirty="0"/>
          </a:p>
        </p:txBody>
      </p:sp>
      <p:sp>
        <p:nvSpPr>
          <p:cNvPr id="43" name="Shape 2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Shape 27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8"/>
          <p:cNvSpPr txBox="1"/>
          <p:nvPr/>
        </p:nvSpPr>
        <p:spPr>
          <a:xfrm>
            <a:off x="571500" y="152705"/>
            <a:ext cx="5372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Fondamentale</a:t>
            </a:r>
            <a:endParaRPr lang="en-US" sz="1000" dirty="0"/>
          </a:p>
        </p:txBody>
      </p:sp>
      <p:sp>
        <p:nvSpPr>
          <p:cNvPr id="46" name="Text 29"/>
          <p:cNvSpPr txBox="1"/>
          <p:nvPr/>
        </p:nvSpPr>
        <p:spPr>
          <a:xfrm>
            <a:off x="571500" y="381305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di un sito SharePoint</a:t>
            </a:r>
            <a:endParaRPr lang="en-US" sz="2700" dirty="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8"/>
          <a:srcRect t="-30" b="-30"/>
          <a:stretch/>
        </p:blipFill>
        <p:spPr>
          <a:xfrm>
            <a:off x="9522562" y="276149"/>
            <a:ext cx="2097634" cy="362102"/>
          </a:xfrm>
          <a:prstGeom prst="rect">
            <a:avLst/>
          </a:prstGeom>
        </p:spPr>
      </p:pic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9"/>
          <a:srcRect l="-33" r="-33"/>
          <a:stretch/>
        </p:blipFill>
        <p:spPr>
          <a:xfrm>
            <a:off x="9722815" y="381305"/>
            <a:ext cx="171907" cy="152705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10008108" y="276149"/>
            <a:ext cx="14767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Componenti Chiave</a:t>
            </a:r>
            <a:endParaRPr lang="en-US" sz="1000" dirty="0"/>
          </a:p>
        </p:txBody>
      </p:sp>
      <p:sp>
        <p:nvSpPr>
          <p:cNvPr id="50" name="Shape 31"/>
          <p:cNvSpPr/>
          <p:nvPr/>
        </p:nvSpPr>
        <p:spPr>
          <a:xfrm>
            <a:off x="3996842" y="6099962"/>
            <a:ext cx="4200754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234586" y="6221578"/>
            <a:ext cx="133502" cy="133502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4443984" y="6099962"/>
            <a:ext cx="35917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sito è un'entità autonoma nell'ecosistema M365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334195" y="2000707"/>
            <a:ext cx="3810305" cy="3810305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3629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Navigazione Efficace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040112" y="276149"/>
            <a:ext cx="15809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240366" y="381305"/>
            <a:ext cx="133502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87254" y="276149"/>
            <a:ext cx="9912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1592" y="1028699"/>
            <a:ext cx="5537301" cy="5752491"/>
          </a:xfrm>
          <a:prstGeom prst="roundRect">
            <a:avLst>
              <a:gd name="adj" fmla="val 3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857707" y="2072030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57707" y="1100023"/>
            <a:ext cx="381305" cy="38130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966521" y="1200607"/>
            <a:ext cx="161849" cy="1810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29207" y="1100023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Nomi Chiari e Intuitivi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1399032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etichette brevi e comprensibili (es. "Fatture" invece di "Documenti Amministrativi Contabili 2024").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57707" y="3290926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57707" y="2318918"/>
            <a:ext cx="381305" cy="38130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942746" y="2419502"/>
            <a:ext cx="209398" cy="1810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29207" y="2318918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Struttura Poco Profonda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429207" y="2618842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Mantieni la navigazione entro 2-3 livelli al massimo. Gli utenti devono trovare i contenuti in pochi clic.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57707" y="4510735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57707" y="3538728"/>
            <a:ext cx="381305" cy="3813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505" r="-505"/>
          <a:stretch/>
        </p:blipFill>
        <p:spPr>
          <a:xfrm>
            <a:off x="933602" y="3638398"/>
            <a:ext cx="228600" cy="1810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29207" y="3538728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Rapidi in Evidenza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429207" y="3837737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la webpart "Collegamenti rapidi" per risorse frequenti, posizionandoli nella parte alta della pagina.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57707" y="5729630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857707" y="4757623"/>
            <a:ext cx="381305" cy="381305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7377" y="4858207"/>
            <a:ext cx="181051" cy="18105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29207" y="4757623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 Duplicazioni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429207" y="5056632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creare link ridondanti che portano allo stesso posto. Crea confusione e disorientamento.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57707" y="5976518"/>
            <a:ext cx="381305" cy="3813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l="-1403" r="-1403"/>
          <a:stretch/>
        </p:blipFill>
        <p:spPr>
          <a:xfrm>
            <a:off x="942746" y="6077102"/>
            <a:ext cx="209398" cy="18105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429207" y="5976518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Hub Sites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429207" y="6276442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 siti correlati sotto un Hub Site per condividere navigazione, branding e ricerca globale.</a:t>
            </a:r>
            <a:endParaRPr lang="en-US" sz="11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l="-8" r="-8"/>
          <a:stretch/>
        </p:blipFill>
        <p:spPr>
          <a:xfrm>
            <a:off x="6991502" y="1295705"/>
            <a:ext cx="4286707" cy="5219395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9432950" y="1152144"/>
            <a:ext cx="1990649" cy="362102"/>
          </a:xfrm>
          <a:prstGeom prst="roundRect">
            <a:avLst>
              <a:gd name="adj" fmla="val 132908"/>
            </a:avLst>
          </a:prstGeom>
          <a:solidFill>
            <a:srgbClr val="D1343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Text 31"/>
          <p:cNvSpPr txBox="1"/>
          <p:nvPr/>
        </p:nvSpPr>
        <p:spPr>
          <a:xfrm>
            <a:off x="9780422" y="1152144"/>
            <a:ext cx="171998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Evita Menù Complessi</a:t>
            </a:r>
            <a:endParaRPr lang="en-US" sz="10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8283" r="-8283"/>
          <a:stretch/>
        </p:blipFill>
        <p:spPr>
          <a:xfrm>
            <a:off x="9582912" y="1182319"/>
            <a:ext cx="133502" cy="152705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>
            <a:alphaModFix amt="50000"/>
          </a:blip>
          <a:srcRect l="-8" r="-8"/>
          <a:stretch/>
        </p:blipFill>
        <p:spPr>
          <a:xfrm>
            <a:off x="7181698" y="1485900"/>
            <a:ext cx="3905402" cy="247619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7324344" y="1628546"/>
            <a:ext cx="3619195" cy="381305"/>
          </a:xfrm>
          <a:prstGeom prst="roundRect">
            <a:avLst>
              <a:gd name="adj" fmla="val 23981"/>
            </a:avLst>
          </a:prstGeom>
          <a:solidFill>
            <a:srgbClr val="D13438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3"/>
          <p:cNvSpPr/>
          <p:nvPr/>
        </p:nvSpPr>
        <p:spPr>
          <a:xfrm>
            <a:off x="7467905" y="1762049"/>
            <a:ext cx="571500" cy="114300"/>
          </a:xfrm>
          <a:prstGeom prst="roundRect">
            <a:avLst>
              <a:gd name="adj" fmla="val 13333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4"/>
          <p:cNvSpPr/>
          <p:nvPr/>
        </p:nvSpPr>
        <p:spPr>
          <a:xfrm>
            <a:off x="8134502" y="1762049"/>
            <a:ext cx="571500" cy="114300"/>
          </a:xfrm>
          <a:prstGeom prst="roundRect">
            <a:avLst>
              <a:gd name="adj" fmla="val 13333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5"/>
          <p:cNvSpPr/>
          <p:nvPr/>
        </p:nvSpPr>
        <p:spPr>
          <a:xfrm>
            <a:off x="8801100" y="1762049"/>
            <a:ext cx="571500" cy="114300"/>
          </a:xfrm>
          <a:prstGeom prst="roundRect">
            <a:avLst>
              <a:gd name="adj" fmla="val 13333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>
            <a:alphaModFix amt="50000"/>
          </a:blip>
          <a:srcRect l="-60" r="-60"/>
          <a:stretch/>
        </p:blipFill>
        <p:spPr>
          <a:xfrm>
            <a:off x="7420356" y="2200046"/>
            <a:ext cx="761695" cy="95098"/>
          </a:xfrm>
          <a:prstGeom prst="rect">
            <a:avLst/>
          </a:prstGeom>
        </p:spPr>
      </p:pic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>
            <a:alphaModFix amt="50000"/>
          </a:blip>
          <a:srcRect l="-68" r="-68"/>
          <a:stretch/>
        </p:blipFill>
        <p:spPr>
          <a:xfrm>
            <a:off x="7515454" y="2371954"/>
            <a:ext cx="666598" cy="95098"/>
          </a:xfrm>
          <a:prstGeom prst="rect">
            <a:avLst/>
          </a:prstGeom>
        </p:spPr>
      </p:pic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>
            <a:alphaModFix amt="50000"/>
          </a:blip>
          <a:srcRect l="-80" r="-80"/>
          <a:stretch/>
        </p:blipFill>
        <p:spPr>
          <a:xfrm>
            <a:off x="7610551" y="2542946"/>
            <a:ext cx="571500" cy="95098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7705649" y="2714854"/>
            <a:ext cx="476402" cy="95098"/>
          </a:xfrm>
          <a:prstGeom prst="roundRect">
            <a:avLst>
              <a:gd name="adj" fmla="val 192307"/>
            </a:avLst>
          </a:prstGeom>
          <a:solidFill>
            <a:srgbClr val="E1DFDD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2">
            <a:alphaModFix amt="50000"/>
          </a:blip>
          <a:srcRect l="-60" r="-60"/>
          <a:stretch/>
        </p:blipFill>
        <p:spPr>
          <a:xfrm>
            <a:off x="7420356" y="2885846"/>
            <a:ext cx="761695" cy="95098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8610905" y="2104949"/>
            <a:ext cx="2333549" cy="1714500"/>
          </a:xfrm>
          <a:prstGeom prst="roundRect">
            <a:avLst>
              <a:gd name="adj" fmla="val 1185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38"/>
          <p:cNvSpPr txBox="1"/>
          <p:nvPr/>
        </p:nvSpPr>
        <p:spPr>
          <a:xfrm>
            <a:off x="8572500" y="2104949"/>
            <a:ext cx="2410358" cy="1714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9F9D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profonda = Caos</a:t>
            </a:r>
            <a:endParaRPr lang="en-US" sz="900" dirty="0"/>
          </a:p>
        </p:txBody>
      </p:sp>
      <p:sp>
        <p:nvSpPr>
          <p:cNvPr id="54" name="Shape 39"/>
          <p:cNvSpPr/>
          <p:nvPr/>
        </p:nvSpPr>
        <p:spPr>
          <a:xfrm>
            <a:off x="7324344" y="2104949"/>
            <a:ext cx="1143000" cy="1714500"/>
          </a:xfrm>
          <a:prstGeom prst="roundRect">
            <a:avLst>
              <a:gd name="adj" fmla="val 2667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40"/>
          <p:cNvSpPr/>
          <p:nvPr/>
        </p:nvSpPr>
        <p:spPr>
          <a:xfrm>
            <a:off x="6848856" y="6299302"/>
            <a:ext cx="1600200" cy="362102"/>
          </a:xfrm>
          <a:prstGeom prst="roundRect">
            <a:avLst>
              <a:gd name="adj" fmla="val 132908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6" name="Text 41"/>
          <p:cNvSpPr txBox="1"/>
          <p:nvPr/>
        </p:nvSpPr>
        <p:spPr>
          <a:xfrm>
            <a:off x="7214616" y="6299302"/>
            <a:ext cx="129844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Usa Mega Menù</a:t>
            </a:r>
            <a:endParaRPr lang="en-US" sz="10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5"/>
          <a:srcRect l="-3914" r="-3914"/>
          <a:stretch/>
        </p:blipFill>
        <p:spPr>
          <a:xfrm>
            <a:off x="6996989" y="6447434"/>
            <a:ext cx="152705" cy="161849"/>
          </a:xfrm>
          <a:prstGeom prst="rect">
            <a:avLst/>
          </a:prstGeom>
        </p:spPr>
      </p:pic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6"/>
          <a:srcRect l="-10" r="-10"/>
          <a:stretch/>
        </p:blipFill>
        <p:spPr>
          <a:xfrm>
            <a:off x="7181698" y="4390949"/>
            <a:ext cx="3905402" cy="1790395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7343546" y="4552798"/>
            <a:ext cx="3581705" cy="381305"/>
          </a:xfrm>
          <a:prstGeom prst="roundRect">
            <a:avLst>
              <a:gd name="adj" fmla="val 23981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Shape 43"/>
          <p:cNvSpPr/>
          <p:nvPr/>
        </p:nvSpPr>
        <p:spPr>
          <a:xfrm>
            <a:off x="7487107" y="4686300"/>
            <a:ext cx="571500" cy="114300"/>
          </a:xfrm>
          <a:prstGeom prst="roundRect">
            <a:avLst>
              <a:gd name="adj" fmla="val 13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Shape 44"/>
          <p:cNvSpPr/>
          <p:nvPr/>
        </p:nvSpPr>
        <p:spPr>
          <a:xfrm>
            <a:off x="8153705" y="4686300"/>
            <a:ext cx="571500" cy="11430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45"/>
          <p:cNvSpPr txBox="1"/>
          <p:nvPr/>
        </p:nvSpPr>
        <p:spPr>
          <a:xfrm>
            <a:off x="8115300" y="4686300"/>
            <a:ext cx="64831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</a:t>
            </a:r>
            <a:endParaRPr lang="en-US" sz="800" dirty="0"/>
          </a:p>
        </p:txBody>
      </p:sp>
      <p:sp>
        <p:nvSpPr>
          <p:cNvPr id="63" name="Shape 46"/>
          <p:cNvSpPr/>
          <p:nvPr/>
        </p:nvSpPr>
        <p:spPr>
          <a:xfrm>
            <a:off x="8820302" y="4686300"/>
            <a:ext cx="571500" cy="114300"/>
          </a:xfrm>
          <a:prstGeom prst="roundRect">
            <a:avLst>
              <a:gd name="adj" fmla="val 13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47"/>
          <p:cNvSpPr/>
          <p:nvPr/>
        </p:nvSpPr>
        <p:spPr>
          <a:xfrm>
            <a:off x="7420356" y="5029200"/>
            <a:ext cx="1123798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7"/>
          <a:srcRect l="-196" r="-196"/>
          <a:stretch/>
        </p:blipFill>
        <p:spPr>
          <a:xfrm>
            <a:off x="7496251" y="5105095"/>
            <a:ext cx="967435" cy="75895"/>
          </a:xfrm>
          <a:prstGeom prst="rect">
            <a:avLst/>
          </a:prstGeom>
        </p:spPr>
      </p:pic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18"/>
          <a:srcRect l="-184" r="-184"/>
          <a:stretch/>
        </p:blipFill>
        <p:spPr>
          <a:xfrm>
            <a:off x="7496251" y="5257800"/>
            <a:ext cx="644652" cy="75895"/>
          </a:xfrm>
          <a:prstGeom prst="rect">
            <a:avLst/>
          </a:prstGeom>
        </p:spPr>
      </p:pic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9"/>
          <a:srcRect l="-172" r="-172"/>
          <a:stretch/>
        </p:blipFill>
        <p:spPr>
          <a:xfrm>
            <a:off x="7496251" y="5372100"/>
            <a:ext cx="725119" cy="75895"/>
          </a:xfrm>
          <a:prstGeom prst="rect">
            <a:avLst/>
          </a:prstGeom>
        </p:spPr>
      </p:pic>
      <p:sp>
        <p:nvSpPr>
          <p:cNvPr id="68" name="Shape 48"/>
          <p:cNvSpPr/>
          <p:nvPr/>
        </p:nvSpPr>
        <p:spPr>
          <a:xfrm>
            <a:off x="8616391" y="5029200"/>
            <a:ext cx="2238451" cy="914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49"/>
          <p:cNvSpPr txBox="1"/>
          <p:nvPr/>
        </p:nvSpPr>
        <p:spPr>
          <a:xfrm>
            <a:off x="8577986" y="5029200"/>
            <a:ext cx="2315261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rilevante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0598" y="476402"/>
            <a:ext cx="1904695" cy="19046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1098" r="-11098"/>
          <a:stretch/>
        </p:blipFill>
        <p:spPr>
          <a:xfrm>
            <a:off x="476402" y="3800246"/>
            <a:ext cx="1971446" cy="258135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6584" r="-6584"/>
          <a:stretch/>
        </p:blipFill>
        <p:spPr>
          <a:xfrm>
            <a:off x="8991295" y="476402"/>
            <a:ext cx="2247595" cy="26481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317090" y="2034540"/>
            <a:ext cx="756117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cosa serve un Team Site?</a:t>
            </a:r>
            <a:endParaRPr lang="en-US" sz="3600" dirty="0"/>
          </a:p>
        </p:txBody>
      </p:sp>
      <p:sp>
        <p:nvSpPr>
          <p:cNvPr id="10" name="Shape 5"/>
          <p:cNvSpPr/>
          <p:nvPr/>
        </p:nvSpPr>
        <p:spPr>
          <a:xfrm>
            <a:off x="5229454" y="1417320"/>
            <a:ext cx="1733702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6"/>
          <p:cNvSpPr txBox="1"/>
          <p:nvPr/>
        </p:nvSpPr>
        <p:spPr>
          <a:xfrm>
            <a:off x="5194706" y="1417320"/>
            <a:ext cx="180319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Time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403" r="-1403"/>
          <a:stretch/>
        </p:blipFill>
        <p:spPr>
          <a:xfrm>
            <a:off x="5420563" y="1535278"/>
            <a:ext cx="209398" cy="1810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57707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8"/>
          <p:cNvSpPr/>
          <p:nvPr/>
        </p:nvSpPr>
        <p:spPr>
          <a:xfrm>
            <a:off x="2270455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9"/>
          <p:cNvSpPr txBox="1"/>
          <p:nvPr/>
        </p:nvSpPr>
        <p:spPr>
          <a:xfrm>
            <a:off x="2241194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028700" y="4030675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Pubblicare annunci aziendali per tutti i dipendenti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1" r="-11"/>
          <a:stretch/>
        </p:blipFill>
        <p:spPr>
          <a:xfrm>
            <a:off x="4422038" y="3042998"/>
            <a:ext cx="3325533" cy="239768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544568" y="4019702"/>
            <a:ext cx="31053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Collaborare con il team sui documenti e gestire attività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033004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6"/>
          <p:cNvSpPr/>
          <p:nvPr/>
        </p:nvSpPr>
        <p:spPr>
          <a:xfrm>
            <a:off x="9445752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7"/>
          <p:cNvSpPr txBox="1"/>
          <p:nvPr/>
        </p:nvSpPr>
        <p:spPr>
          <a:xfrm>
            <a:off x="9417406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8203997" y="4030675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Archiviazione personale di file privati</a:t>
            </a:r>
            <a:endParaRPr lang="en-US" sz="14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803C0A9E-E66C-322A-5652-8476988ED0EA}"/>
              </a:ext>
            </a:extLst>
          </p:cNvPr>
          <p:cNvSpPr/>
          <p:nvPr/>
        </p:nvSpPr>
        <p:spPr>
          <a:xfrm>
            <a:off x="4422038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CF3C7524-3B74-0BF8-5EFF-14277F00C294}"/>
              </a:ext>
            </a:extLst>
          </p:cNvPr>
          <p:cNvSpPr/>
          <p:nvPr/>
        </p:nvSpPr>
        <p:spPr>
          <a:xfrm>
            <a:off x="5857799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35F92327-CF97-78A7-E8C7-7914A164F332}"/>
              </a:ext>
            </a:extLst>
          </p:cNvPr>
          <p:cNvSpPr txBox="1"/>
          <p:nvPr/>
        </p:nvSpPr>
        <p:spPr>
          <a:xfrm>
            <a:off x="5828538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B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52805"/>
            <a:ext cx="12192000" cy="590519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528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2000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52705"/>
            <a:ext cx="600000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Struttura di un Sito SharePoint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305"/>
            <a:ext cx="9000000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</a:rPr>
              <a:t>Siti, Sottositi e Hub Sites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30858" y="554438"/>
            <a:ext cx="1976168" cy="228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3001" y="540007"/>
            <a:ext cx="18640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4B5563"/>
                </a:solidFill>
              </a:rPr>
              <a:t>Architettura</a:t>
            </a:r>
            <a:r>
              <a:rPr sz="1000" b="1" i="0" dirty="0">
                <a:solidFill>
                  <a:srgbClr val="4B5563"/>
                </a:solidFill>
              </a:rPr>
              <a:t> Moderna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965200"/>
            <a:ext cx="5143500" cy="2180844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695" y="3146044"/>
            <a:ext cx="5143500" cy="57607"/>
          </a:xfrm>
          <a:prstGeom prst="rect">
            <a:avLst/>
          </a:prstGeom>
          <a:solidFill>
            <a:srgbClr val="BF32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682" y="1904531"/>
            <a:ext cx="4843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Sottositi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682" y="2294531"/>
            <a:ext cx="48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Approccio Legacy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1695" y="1245200"/>
            <a:ext cx="2200000" cy="304495"/>
          </a:xfrm>
          <a:prstGeom prst="rect">
            <a:avLst/>
          </a:prstGeom>
          <a:solidFill>
            <a:srgbClr val="BF3201"/>
          </a:solidFill>
          <a:ln w="12700">
            <a:solidFill>
              <a:srgbClr val="FDE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1695" y="1245200"/>
            <a:ext cx="22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⚠  </a:t>
            </a:r>
            <a:r>
              <a:rPr sz="1000" b="1" dirty="0" err="1">
                <a:solidFill>
                  <a:schemeClr val="bg1"/>
                </a:solidFill>
              </a:rPr>
              <a:t>Sconsigliato</a:t>
            </a:r>
            <a:r>
              <a:rPr sz="1000" b="1" dirty="0">
                <a:solidFill>
                  <a:schemeClr val="bg1"/>
                </a:solidFill>
              </a:rPr>
              <a:t> da Microsoft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" y="3203651"/>
            <a:ext cx="5143500" cy="351901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23695" y="3298651"/>
            <a:ext cx="429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Struttura Gerarchica Rigida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345" y="3584401"/>
            <a:ext cx="464820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05E5C"/>
                </a:solidFill>
              </a:rPr>
              <a:t>I </a:t>
            </a:r>
            <a:r>
              <a:rPr sz="1000" b="0" i="0" dirty="0" err="1">
                <a:solidFill>
                  <a:srgbClr val="605E5C"/>
                </a:solidFill>
              </a:rPr>
              <a:t>sottositi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sono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figli</a:t>
            </a:r>
            <a:r>
              <a:rPr sz="1000" b="0" i="0" dirty="0">
                <a:solidFill>
                  <a:srgbClr val="605E5C"/>
                </a:solidFill>
              </a:rPr>
              <a:t> di un </a:t>
            </a:r>
            <a:r>
              <a:rPr sz="1000" b="0" i="0" dirty="0" err="1">
                <a:solidFill>
                  <a:srgbClr val="605E5C"/>
                </a:solidFill>
              </a:rPr>
              <a:t>sito</a:t>
            </a:r>
            <a:r>
              <a:rPr sz="1000" b="0" i="0" dirty="0">
                <a:solidFill>
                  <a:srgbClr val="605E5C"/>
                </a:solidFill>
              </a:rPr>
              <a:t> padre con URL </a:t>
            </a:r>
            <a:r>
              <a:rPr sz="1000" b="0" i="0" dirty="0" err="1">
                <a:solidFill>
                  <a:srgbClr val="605E5C"/>
                </a:solidFill>
              </a:rPr>
              <a:t>annidati</a:t>
            </a:r>
            <a:r>
              <a:rPr sz="1000" b="0" i="0" dirty="0">
                <a:solidFill>
                  <a:srgbClr val="605E5C"/>
                </a:solidFill>
              </a:rPr>
              <a:t> (/sites/marketing/</a:t>
            </a:r>
            <a:r>
              <a:rPr sz="1000" b="0" i="0" dirty="0" err="1">
                <a:solidFill>
                  <a:srgbClr val="605E5C"/>
                </a:solidFill>
              </a:rPr>
              <a:t>uk</a:t>
            </a:r>
            <a:r>
              <a:rPr sz="1000" b="0" i="0" dirty="0">
                <a:solidFill>
                  <a:srgbClr val="605E5C"/>
                </a:solidFill>
              </a:rPr>
              <a:t>). La </a:t>
            </a:r>
            <a:r>
              <a:rPr sz="1000" b="0" i="0" dirty="0" err="1">
                <a:solidFill>
                  <a:srgbClr val="605E5C"/>
                </a:solidFill>
              </a:rPr>
              <a:t>navigazione</a:t>
            </a:r>
            <a:r>
              <a:rPr sz="1000" b="0" i="0" dirty="0">
                <a:solidFill>
                  <a:srgbClr val="605E5C"/>
                </a:solidFill>
              </a:rPr>
              <a:t> è rigida e </a:t>
            </a:r>
            <a:r>
              <a:rPr sz="1000" b="0" i="0" dirty="0" err="1">
                <a:solidFill>
                  <a:srgbClr val="605E5C"/>
                </a:solidFill>
              </a:rPr>
              <a:t>i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contenuti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difficili</a:t>
            </a:r>
            <a:r>
              <a:rPr sz="1000" b="0" i="0" dirty="0">
                <a:solidFill>
                  <a:srgbClr val="605E5C"/>
                </a:solidFill>
              </a:rPr>
              <a:t> da </a:t>
            </a:r>
            <a:r>
              <a:rPr sz="1000" b="0" i="0" dirty="0" err="1">
                <a:solidFill>
                  <a:srgbClr val="605E5C"/>
                </a:solidFill>
              </a:rPr>
              <a:t>spostare</a:t>
            </a:r>
            <a:r>
              <a:rPr sz="1000" b="0" i="0" dirty="0">
                <a:solidFill>
                  <a:srgbClr val="605E5C"/>
                </a:solidFill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9345" y="4008651"/>
            <a:ext cx="464820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23695" y="4064651"/>
            <a:ext cx="429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Permessi Complicati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345" y="4350401"/>
            <a:ext cx="464820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Ereditano i permessi del padre, ma eccezioni frequenti frammentano la sicurezza e aumentano il carico amministrativo.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9345" y="4774651"/>
            <a:ext cx="464820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23695" y="4830651"/>
            <a:ext cx="429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Evoluzione Bloccata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345" y="5116401"/>
            <a:ext cx="464820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Microsoft non sviluppa nuove funzionalità per i sottositi. Supportati ma non aggiornati: adatti solo a SharePoint 2016 e precedenti.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9345" y="5540651"/>
            <a:ext cx="464820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86500" y="965200"/>
            <a:ext cx="5143500" cy="218084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86500" y="3146044"/>
            <a:ext cx="5143500" cy="57607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8487" y="1904531"/>
            <a:ext cx="4843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Hub Sites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8487" y="2294531"/>
            <a:ext cx="484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Approccio Moderno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56500" y="1245200"/>
            <a:ext cx="2400000" cy="304495"/>
          </a:xfrm>
          <a:prstGeom prst="rect">
            <a:avLst/>
          </a:prstGeom>
          <a:solidFill>
            <a:srgbClr val="005A9E"/>
          </a:solidFill>
          <a:ln w="12700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56500" y="1245200"/>
            <a:ext cx="24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✓  </a:t>
            </a:r>
            <a:r>
              <a:rPr sz="1000" b="1" dirty="0" err="1">
                <a:solidFill>
                  <a:schemeClr val="bg1"/>
                </a:solidFill>
              </a:rPr>
              <a:t>Raccomandato</a:t>
            </a:r>
            <a:r>
              <a:rPr sz="1000" b="1" dirty="0">
                <a:solidFill>
                  <a:schemeClr val="bg1"/>
                </a:solidFill>
              </a:rPr>
              <a:t> da Microsoft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3178330"/>
            <a:ext cx="5143500" cy="3544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8500" y="3298651"/>
            <a:ext cx="429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Struttura Piatta e Flessibile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4150" y="3584401"/>
            <a:ext cx="464820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Siti indipendenti collegati tramite un Hub Site. Nessuna gerarchia rigida: ogni sito ha URL pulito e può essere spostato liberamente.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4150" y="4008651"/>
            <a:ext cx="464820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8500" y="4064651"/>
            <a:ext cx="429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Navigazione Condivisa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4150" y="4350401"/>
            <a:ext cx="464820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L'Hub site distribuisce la barra di navigazione e il branding a tutti i siti associati, mantenendo coerenza visiva.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4150" y="4774651"/>
            <a:ext cx="464820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48500" y="4830651"/>
            <a:ext cx="429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Ricerca Globale e Governance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4150" y="5116401"/>
            <a:ext cx="464820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La ricerca di un Hub Site restituisce risultati da tutti i siti associati. Permessi indipendenti per ogni sito figlio.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4150" y="5540651"/>
            <a:ext cx="4648200" cy="914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828842" y="3696005"/>
            <a:ext cx="534010" cy="476402"/>
          </a:xfrm>
          <a:prstGeom prst="rect">
            <a:avLst/>
          </a:prstGeom>
          <a:solidFill>
            <a:srgbClr val="323130"/>
          </a:solidFill>
          <a:ln w="12700">
            <a:solidFill>
              <a:srgbClr val="504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28842" y="3696005"/>
            <a:ext cx="534010" cy="47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VS</a:t>
            </a:r>
          </a:p>
        </p:txBody>
      </p:sp>
      <p:pic>
        <p:nvPicPr>
          <p:cNvPr id="53" name="Picture 15" descr="image.png">
            <a:extLst>
              <a:ext uri="{FF2B5EF4-FFF2-40B4-BE49-F238E27FC236}">
                <a16:creationId xmlns:a16="http://schemas.microsoft.com/office/drawing/2014/main" id="{DA112A03-E033-97CF-E830-B39DBFCAD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4" y="3298194"/>
            <a:ext cx="228600" cy="228600"/>
          </a:xfrm>
          <a:prstGeom prst="rect">
            <a:avLst/>
          </a:prstGeom>
        </p:spPr>
      </p:pic>
      <p:pic>
        <p:nvPicPr>
          <p:cNvPr id="54" name="Picture 20" descr="image.png">
            <a:extLst>
              <a:ext uri="{FF2B5EF4-FFF2-40B4-BE49-F238E27FC236}">
                <a16:creationId xmlns:a16="http://schemas.microsoft.com/office/drawing/2014/main" id="{09562807-28AD-2E79-D430-50924A53F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4" y="4136276"/>
            <a:ext cx="228600" cy="228600"/>
          </a:xfrm>
          <a:prstGeom prst="rect">
            <a:avLst/>
          </a:prstGeom>
        </p:spPr>
      </p:pic>
      <p:pic>
        <p:nvPicPr>
          <p:cNvPr id="55" name="Picture 25" descr="image.png">
            <a:extLst>
              <a:ext uri="{FF2B5EF4-FFF2-40B4-BE49-F238E27FC236}">
                <a16:creationId xmlns:a16="http://schemas.microsoft.com/office/drawing/2014/main" id="{DB9A178F-2B67-BF05-2AB4-B1305177A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04" y="4866770"/>
            <a:ext cx="228600" cy="228600"/>
          </a:xfrm>
          <a:prstGeom prst="rect">
            <a:avLst/>
          </a:prstGeom>
        </p:spPr>
      </p:pic>
      <p:pic>
        <p:nvPicPr>
          <p:cNvPr id="56" name="Picture 35" descr="image.png">
            <a:extLst>
              <a:ext uri="{FF2B5EF4-FFF2-40B4-BE49-F238E27FC236}">
                <a16:creationId xmlns:a16="http://schemas.microsoft.com/office/drawing/2014/main" id="{0D0DACAF-5B91-43E8-1CB9-CAC4E08E8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49" y="4090727"/>
            <a:ext cx="228600" cy="228600"/>
          </a:xfrm>
          <a:prstGeom prst="rect">
            <a:avLst/>
          </a:prstGeom>
        </p:spPr>
      </p:pic>
      <p:pic>
        <p:nvPicPr>
          <p:cNvPr id="57" name="Picture 40" descr="image.png">
            <a:extLst>
              <a:ext uri="{FF2B5EF4-FFF2-40B4-BE49-F238E27FC236}">
                <a16:creationId xmlns:a16="http://schemas.microsoft.com/office/drawing/2014/main" id="{D202A1A1-D033-77E4-2EAE-D9B2A11D8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487" y="3302535"/>
            <a:ext cx="228600" cy="228600"/>
          </a:xfrm>
          <a:prstGeom prst="rect">
            <a:avLst/>
          </a:prstGeom>
        </p:spPr>
      </p:pic>
      <p:pic>
        <p:nvPicPr>
          <p:cNvPr id="58" name="Picture 45" descr="image.png">
            <a:extLst>
              <a:ext uri="{FF2B5EF4-FFF2-40B4-BE49-F238E27FC236}">
                <a16:creationId xmlns:a16="http://schemas.microsoft.com/office/drawing/2014/main" id="{8205B6F6-5AE1-FEC0-018C-427367D03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487" y="484886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776326"/>
            <a:ext cx="12191695" cy="608624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157630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134782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871423" y="1471270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1347826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Responsive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164683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flessibile a sezioni e colonne che si adatta automaticamente a desktop, tablet e dispositivi mobili.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8716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267736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857707" y="2801722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267736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Contenuti Ricchi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2977286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 facilmente testo formattato, immagini, video, collegamenti rapidi ed elenchi dinamici.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816706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00781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871423" y="4131259"/>
            <a:ext cx="256946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4007815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Versatilità d'Uso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430682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Ideali per costruire portali intranet aziendali, manuali di procedure, dashboard di progetto e landing page.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4715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61695" y="533735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5461711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533735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Pubblicazione Rapida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563636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Crea, modifica e pubblica notizie e pagine in pochi clic, con controlli di versione e approvazione.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0673461">
            <a:off x="5639105" y="1626718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CFE6F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3341218"/>
            <a:ext cx="2857500" cy="2857500"/>
          </a:xfrm>
          <a:prstGeom prst="ellipse">
            <a:avLst/>
          </a:prstGeom>
          <a:solidFill>
            <a:srgbClr val="FFEBD6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7808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742493"/>
            <a:ext cx="12191695" cy="38405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64008"/>
            <a:ext cx="28931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Comunicare con Impatto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92608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 Moderne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089490" y="188366"/>
            <a:ext cx="1533449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9743" y="292608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555834" y="188366"/>
            <a:ext cx="924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Content</a:t>
            </a:r>
            <a:endParaRPr lang="en-US" sz="1000" dirty="0"/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27676517-7ABC-A51A-4CB0-AA72AA8CC8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7770" y="1796541"/>
            <a:ext cx="5836650" cy="3912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2079346" y="1333195"/>
            <a:ext cx="8039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Webpart sono i componenti modulari di SharePoint. 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Permettono di costruire pagine ricche e interattive semplicemente trascinando i blocchi.</a:t>
            </a:r>
            <a:endParaRPr lang="en-US" sz="1500" dirty="0"/>
          </a:p>
        </p:txBody>
      </p:sp>
      <p:sp>
        <p:nvSpPr>
          <p:cNvPr id="88" name="Shape 6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9" name="Shape 6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69"/>
          <p:cNvSpPr txBox="1"/>
          <p:nvPr/>
        </p:nvSpPr>
        <p:spPr>
          <a:xfrm>
            <a:off x="571500" y="152705"/>
            <a:ext cx="5362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91" name="Text 70"/>
          <p:cNvSpPr txBox="1"/>
          <p:nvPr/>
        </p:nvSpPr>
        <p:spPr>
          <a:xfrm>
            <a:off x="571500" y="381305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Webpart: i blocchi della pagina</a:t>
            </a:r>
            <a:endParaRPr lang="en-US" sz="2700" dirty="0"/>
          </a:p>
        </p:txBody>
      </p:sp>
      <p:sp>
        <p:nvSpPr>
          <p:cNvPr id="92" name="Shape 71"/>
          <p:cNvSpPr/>
          <p:nvPr/>
        </p:nvSpPr>
        <p:spPr>
          <a:xfrm>
            <a:off x="9740189" y="276149"/>
            <a:ext cx="18864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3" name="Image 19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9940442" y="381305"/>
            <a:ext cx="171907" cy="152705"/>
          </a:xfrm>
          <a:prstGeom prst="rect">
            <a:avLst/>
          </a:prstGeom>
        </p:spPr>
      </p:pic>
      <p:sp>
        <p:nvSpPr>
          <p:cNvPr id="94" name="Text 72"/>
          <p:cNvSpPr txBox="1"/>
          <p:nvPr/>
        </p:nvSpPr>
        <p:spPr>
          <a:xfrm>
            <a:off x="10225735" y="276149"/>
            <a:ext cx="12573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Code Required</a:t>
            </a:r>
            <a:endParaRPr lang="en-US" sz="1000" dirty="0"/>
          </a:p>
        </p:txBody>
      </p:sp>
      <p:pic>
        <p:nvPicPr>
          <p:cNvPr id="96" name="Immagine 95">
            <a:extLst>
              <a:ext uri="{FF2B5EF4-FFF2-40B4-BE49-F238E27FC236}">
                <a16:creationId xmlns:a16="http://schemas.microsoft.com/office/drawing/2014/main" id="{85FBAD50-0558-875D-D694-03203120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37" y="2247595"/>
            <a:ext cx="10211325" cy="4102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571500" y="152705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continuare a studiare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Risorse e Approfondimenti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532974" y="286207"/>
            <a:ext cx="1095451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764" y="381305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13364" y="286207"/>
            <a:ext cx="619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utili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" y="1333195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71500" y="1333195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809244" y="182514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905256" y="1958645"/>
            <a:ext cx="381305" cy="3044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1747418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Learn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71854" y="2069287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Percorsi di apprendimento guidati gratuiti su SharePoint, Teams e OneDrive per ogni livello.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86500" y="1333195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286500" y="1333195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524244" y="182514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6696151" y="1958645"/>
            <a:ext cx="228600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86854" y="1747418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Documentazione Ufficiale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286854" y="2069287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 tecniche dettagliate su governance, permessi, sicurezza e configurazione avanzata.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71500" y="3127248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571500" y="3127248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09244" y="36191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05256" y="3752698"/>
            <a:ext cx="3813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71854" y="3541471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PnP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571854" y="3863340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 di codice, webpart open-source e best practices dalla community Patterns &amp; Practices.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86500" y="3127248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6286500" y="3127248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6524244" y="36191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6638544" y="3752698"/>
            <a:ext cx="342900" cy="3044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86854" y="3541471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Tutorial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286854" y="3863340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Canale YouTube Microsoft 365 e sessioni registrate dalle conferenze Ignite e Build.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71500" y="4921301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571500" y="4921301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809244" y="541324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2746" y="5546750"/>
            <a:ext cx="304495" cy="3044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571854" y="5335524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Strumenti PnP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1571854" y="5657393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Risorse pratiche come l'Adoption Kit e script di automazione per amministratori.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286500" y="4921301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4"/>
          <p:cNvSpPr/>
          <p:nvPr/>
        </p:nvSpPr>
        <p:spPr>
          <a:xfrm>
            <a:off x="6286500" y="4921301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5"/>
          <p:cNvSpPr/>
          <p:nvPr/>
        </p:nvSpPr>
        <p:spPr>
          <a:xfrm>
            <a:off x="6524244" y="541324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6638544" y="5546750"/>
            <a:ext cx="342900" cy="30449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286854" y="5335524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M365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7286854" y="5657393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 aggiornato sulle nuove funzionalità in arrivo e sugli sviluppi futuri della piattaforma.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 l="-57" r="-57"/>
          <a:stretch/>
        </p:blipFill>
        <p:spPr>
          <a:xfrm>
            <a:off x="11487607" y="6172200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Scegli Layout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Definisci la struttura della pagina scegliendo sezioni a una, due o tre colonne per organizzare i contenuti.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Aggiungi Webpart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Inserisci gli elementi necessari come testo, immagini, liste, video o pulsanti per arricchire la pagina.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69656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 &amp; Pubblica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 una bozza per continuare dopo o clicca "Pubblica" per rendere la pagina immediatamente visibile a tutti.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69656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Condividi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Invia il link ai colleghi tramite Teams o email e raccogli feedback o commenti direttamente sulla pagina.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69656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496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 di Creazione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una Pagina: Passo-Passo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816084" y="276149"/>
            <a:ext cx="18095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10016338" y="381305"/>
            <a:ext cx="171907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301630" y="276149"/>
            <a:ext cx="1181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Operativo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334195" y="0"/>
            <a:ext cx="3810305" cy="3810305"/>
          </a:xfrm>
          <a:prstGeom prst="ellipse">
            <a:avLst/>
          </a:prstGeom>
          <a:solidFill>
            <a:srgbClr val="E6F2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 Approfondite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Esempio: Pagina Progetto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153498" y="276149"/>
            <a:ext cx="14767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352837" y="381305"/>
            <a:ext cx="171907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39044" y="276149"/>
            <a:ext cx="848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Hub</a:t>
            </a:r>
            <a:endParaRPr lang="en-US" sz="1000" dirty="0"/>
          </a:p>
        </p:txBody>
      </p:sp>
      <p:pic>
        <p:nvPicPr>
          <p:cNvPr id="102" name="Immagine 101">
            <a:extLst>
              <a:ext uri="{FF2B5EF4-FFF2-40B4-BE49-F238E27FC236}">
                <a16:creationId xmlns:a16="http://schemas.microsoft.com/office/drawing/2014/main" id="{BBDB4C9E-45BC-D4DE-A19D-D53F86D06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29" y="1415248"/>
            <a:ext cx="10259942" cy="50004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1368</Words>
  <Application>Microsoft Office PowerPoint</Application>
  <PresentationFormat>Widescreen</PresentationFormat>
  <Paragraphs>231</Paragraphs>
  <Slides>15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Montserrat</vt:lpstr>
      <vt:lpstr>Open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Novembre Matteo</cp:lastModifiedBy>
  <cp:revision>6</cp:revision>
  <dcterms:created xsi:type="dcterms:W3CDTF">2026-02-01T17:24:01Z</dcterms:created>
  <dcterms:modified xsi:type="dcterms:W3CDTF">2026-03-26T14:14:35Z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2026-02-01T20:49:02Z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547d04f4-d34f-4caa-a446-cd19c8041478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