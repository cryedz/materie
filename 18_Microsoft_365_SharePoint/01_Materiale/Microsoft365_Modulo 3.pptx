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338" r:id="rId2"/>
    <p:sldId id="320" r:id="rId3"/>
    <p:sldId id="321" r:id="rId4"/>
    <p:sldId id="322" r:id="rId5"/>
    <p:sldId id="323" r:id="rId6"/>
    <p:sldId id="324" r:id="rId7"/>
    <p:sldId id="325" r:id="rId8"/>
    <p:sldId id="326" r:id="rId9"/>
    <p:sldId id="327" r:id="rId10"/>
    <p:sldId id="328" r:id="rId11"/>
    <p:sldId id="329" r:id="rId12"/>
    <p:sldId id="330" r:id="rId13"/>
    <p:sldId id="331" r:id="rId14"/>
    <p:sldId id="332" r:id="rId15"/>
    <p:sldId id="333" r:id="rId16"/>
    <p:sldId id="334" r:id="rId17"/>
    <p:sldId id="335" r:id="rId18"/>
    <p:sldId id="305" r:id="rId19"/>
    <p:sldId id="306" r:id="rId20"/>
    <p:sldId id="307" r:id="rId21"/>
    <p:sldId id="336" r:id="rId22"/>
    <p:sldId id="337" r:id="rId23"/>
    <p:sldId id="310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odulo 1" id="{DDAB6137-5B9E-4D55-9C7C-7123C1DEDFF2}">
          <p14:sldIdLst>
            <p14:sldId id="338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  <p14:sldId id="305"/>
            <p14:sldId id="306"/>
            <p14:sldId id="307"/>
            <p14:sldId id="336"/>
            <p14:sldId id="337"/>
            <p14:sldId id="31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21" autoAdjust="0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42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vembre Matteo" userId="437dbab0-cd7d-4665-9647-10d1fd490981" providerId="ADAL" clId="{91B3E30A-C5F4-46D0-B01E-FB65EC075246}"/>
    <pc:docChg chg="undo custSel addSld delSld modSld sldOrd addSection delSection modSection">
      <pc:chgData name="Novembre Matteo" userId="437dbab0-cd7d-4665-9647-10d1fd490981" providerId="ADAL" clId="{91B3E30A-C5F4-46D0-B01E-FB65EC075246}" dt="2026-02-23T07:57:55.012" v="516" actId="20577"/>
      <pc:docMkLst>
        <pc:docMk/>
      </pc:docMkLst>
      <pc:sldChg chg="modSp del mod">
        <pc:chgData name="Novembre Matteo" userId="437dbab0-cd7d-4665-9647-10d1fd490981" providerId="ADAL" clId="{91B3E30A-C5F4-46D0-B01E-FB65EC075246}" dt="2026-02-23T07:57:22.317" v="456" actId="47"/>
        <pc:sldMkLst>
          <pc:docMk/>
          <pc:sldMk cId="0" sldId="256"/>
        </pc:sldMkLst>
      </pc:sldChg>
      <pc:sldChg chg="modSp del mod">
        <pc:chgData name="Novembre Matteo" userId="437dbab0-cd7d-4665-9647-10d1fd490981" providerId="ADAL" clId="{91B3E30A-C5F4-46D0-B01E-FB65EC075246}" dt="2026-02-23T07:57:22.995" v="457" actId="47"/>
        <pc:sldMkLst>
          <pc:docMk/>
          <pc:sldMk cId="0" sldId="257"/>
        </pc:sldMkLst>
      </pc:sldChg>
      <pc:sldChg chg="modSp del mod">
        <pc:chgData name="Novembre Matteo" userId="437dbab0-cd7d-4665-9647-10d1fd490981" providerId="ADAL" clId="{91B3E30A-C5F4-46D0-B01E-FB65EC075246}" dt="2026-02-23T07:57:23.371" v="458" actId="47"/>
        <pc:sldMkLst>
          <pc:docMk/>
          <pc:sldMk cId="0" sldId="258"/>
        </pc:sldMkLst>
      </pc:sldChg>
      <pc:sldChg chg="del">
        <pc:chgData name="Novembre Matteo" userId="437dbab0-cd7d-4665-9647-10d1fd490981" providerId="ADAL" clId="{91B3E30A-C5F4-46D0-B01E-FB65EC075246}" dt="2026-02-23T07:57:23.685" v="459" actId="47"/>
        <pc:sldMkLst>
          <pc:docMk/>
          <pc:sldMk cId="0" sldId="259"/>
        </pc:sldMkLst>
      </pc:sldChg>
      <pc:sldChg chg="del">
        <pc:chgData name="Novembre Matteo" userId="437dbab0-cd7d-4665-9647-10d1fd490981" providerId="ADAL" clId="{91B3E30A-C5F4-46D0-B01E-FB65EC075246}" dt="2026-02-23T07:57:24.004" v="460" actId="47"/>
        <pc:sldMkLst>
          <pc:docMk/>
          <pc:sldMk cId="0" sldId="260"/>
        </pc:sldMkLst>
      </pc:sldChg>
      <pc:sldChg chg="addSp modSp del mod">
        <pc:chgData name="Novembre Matteo" userId="437dbab0-cd7d-4665-9647-10d1fd490981" providerId="ADAL" clId="{91B3E30A-C5F4-46D0-B01E-FB65EC075246}" dt="2026-02-23T07:57:24.309" v="461" actId="47"/>
        <pc:sldMkLst>
          <pc:docMk/>
          <pc:sldMk cId="0" sldId="261"/>
        </pc:sldMkLst>
      </pc:sldChg>
      <pc:sldChg chg="modSp del mod">
        <pc:chgData name="Novembre Matteo" userId="437dbab0-cd7d-4665-9647-10d1fd490981" providerId="ADAL" clId="{91B3E30A-C5F4-46D0-B01E-FB65EC075246}" dt="2026-02-23T07:57:25.163" v="464" actId="47"/>
        <pc:sldMkLst>
          <pc:docMk/>
          <pc:sldMk cId="0" sldId="262"/>
        </pc:sldMkLst>
      </pc:sldChg>
      <pc:sldChg chg="del">
        <pc:chgData name="Novembre Matteo" userId="437dbab0-cd7d-4665-9647-10d1fd490981" providerId="ADAL" clId="{91B3E30A-C5F4-46D0-B01E-FB65EC075246}" dt="2026-02-23T07:57:25.390" v="465" actId="47"/>
        <pc:sldMkLst>
          <pc:docMk/>
          <pc:sldMk cId="0" sldId="263"/>
        </pc:sldMkLst>
      </pc:sldChg>
      <pc:sldChg chg="del">
        <pc:chgData name="Novembre Matteo" userId="437dbab0-cd7d-4665-9647-10d1fd490981" providerId="ADAL" clId="{91B3E30A-C5F4-46D0-B01E-FB65EC075246}" dt="2026-02-23T07:57:25.647" v="466" actId="47"/>
        <pc:sldMkLst>
          <pc:docMk/>
          <pc:sldMk cId="0" sldId="264"/>
        </pc:sldMkLst>
      </pc:sldChg>
      <pc:sldChg chg="modSp del mod">
        <pc:chgData name="Novembre Matteo" userId="437dbab0-cd7d-4665-9647-10d1fd490981" providerId="ADAL" clId="{91B3E30A-C5F4-46D0-B01E-FB65EC075246}" dt="2026-02-23T07:57:26.125" v="468" actId="47"/>
        <pc:sldMkLst>
          <pc:docMk/>
          <pc:sldMk cId="0" sldId="265"/>
        </pc:sldMkLst>
      </pc:sldChg>
      <pc:sldChg chg="del">
        <pc:chgData name="Novembre Matteo" userId="437dbab0-cd7d-4665-9647-10d1fd490981" providerId="ADAL" clId="{91B3E30A-C5F4-46D0-B01E-FB65EC075246}" dt="2026-02-23T07:57:26.369" v="469" actId="47"/>
        <pc:sldMkLst>
          <pc:docMk/>
          <pc:sldMk cId="0" sldId="266"/>
        </pc:sldMkLst>
      </pc:sldChg>
      <pc:sldChg chg="del">
        <pc:chgData name="Novembre Matteo" userId="437dbab0-cd7d-4665-9647-10d1fd490981" providerId="ADAL" clId="{91B3E30A-C5F4-46D0-B01E-FB65EC075246}" dt="2026-02-23T07:57:29.305" v="480" actId="47"/>
        <pc:sldMkLst>
          <pc:docMk/>
          <pc:sldMk cId="0" sldId="267"/>
        </pc:sldMkLst>
      </pc:sldChg>
      <pc:sldChg chg="del">
        <pc:chgData name="Novembre Matteo" userId="437dbab0-cd7d-4665-9647-10d1fd490981" providerId="ADAL" clId="{91B3E30A-C5F4-46D0-B01E-FB65EC075246}" dt="2026-02-23T07:57:29.734" v="481" actId="47"/>
        <pc:sldMkLst>
          <pc:docMk/>
          <pc:sldMk cId="0" sldId="268"/>
        </pc:sldMkLst>
      </pc:sldChg>
      <pc:sldChg chg="del">
        <pc:chgData name="Novembre Matteo" userId="437dbab0-cd7d-4665-9647-10d1fd490981" providerId="ADAL" clId="{91B3E30A-C5F4-46D0-B01E-FB65EC075246}" dt="2026-02-23T07:57:30.188" v="482" actId="47"/>
        <pc:sldMkLst>
          <pc:docMk/>
          <pc:sldMk cId="0" sldId="269"/>
        </pc:sldMkLst>
      </pc:sldChg>
      <pc:sldChg chg="del">
        <pc:chgData name="Novembre Matteo" userId="437dbab0-cd7d-4665-9647-10d1fd490981" providerId="ADAL" clId="{91B3E30A-C5F4-46D0-B01E-FB65EC075246}" dt="2026-02-23T07:57:30.647" v="484" actId="47"/>
        <pc:sldMkLst>
          <pc:docMk/>
          <pc:sldMk cId="0" sldId="270"/>
        </pc:sldMkLst>
      </pc:sldChg>
      <pc:sldChg chg="del">
        <pc:chgData name="Novembre Matteo" userId="437dbab0-cd7d-4665-9647-10d1fd490981" providerId="ADAL" clId="{91B3E30A-C5F4-46D0-B01E-FB65EC075246}" dt="2026-02-23T07:57:30.923" v="485" actId="47"/>
        <pc:sldMkLst>
          <pc:docMk/>
          <pc:sldMk cId="0" sldId="271"/>
        </pc:sldMkLst>
      </pc:sldChg>
      <pc:sldChg chg="del">
        <pc:chgData name="Novembre Matteo" userId="437dbab0-cd7d-4665-9647-10d1fd490981" providerId="ADAL" clId="{91B3E30A-C5F4-46D0-B01E-FB65EC075246}" dt="2026-02-23T07:57:31.231" v="486" actId="47"/>
        <pc:sldMkLst>
          <pc:docMk/>
          <pc:sldMk cId="0" sldId="272"/>
        </pc:sldMkLst>
      </pc:sldChg>
      <pc:sldChg chg="del">
        <pc:chgData name="Novembre Matteo" userId="437dbab0-cd7d-4665-9647-10d1fd490981" providerId="ADAL" clId="{91B3E30A-C5F4-46D0-B01E-FB65EC075246}" dt="2026-02-23T07:57:31.986" v="488" actId="47"/>
        <pc:sldMkLst>
          <pc:docMk/>
          <pc:sldMk cId="0" sldId="273"/>
        </pc:sldMkLst>
      </pc:sldChg>
      <pc:sldChg chg="modSp del mod">
        <pc:chgData name="Novembre Matteo" userId="437dbab0-cd7d-4665-9647-10d1fd490981" providerId="ADAL" clId="{91B3E30A-C5F4-46D0-B01E-FB65EC075246}" dt="2026-02-23T07:57:37.336" v="489" actId="18676"/>
        <pc:sldMkLst>
          <pc:docMk/>
          <pc:sldMk cId="0" sldId="274"/>
        </pc:sldMkLst>
        <pc:spChg chg="mod">
          <ac:chgData name="Novembre Matteo" userId="437dbab0-cd7d-4665-9647-10d1fd490981" providerId="ADAL" clId="{91B3E30A-C5F4-46D0-B01E-FB65EC075246}" dt="2026-02-08T11:13:53.489" v="163" actId="1076"/>
          <ac:spMkLst>
            <pc:docMk/>
            <pc:sldMk cId="0" sldId="274"/>
            <ac:spMk id="40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2-08T11:14:05.192" v="166" actId="14100"/>
          <ac:spMkLst>
            <pc:docMk/>
            <pc:sldMk cId="0" sldId="274"/>
            <ac:spMk id="43" creationId="{00000000-0000-0000-0000-000000000000}"/>
          </ac:spMkLst>
        </pc:spChg>
        <pc:picChg chg="mod">
          <ac:chgData name="Novembre Matteo" userId="437dbab0-cd7d-4665-9647-10d1fd490981" providerId="ADAL" clId="{91B3E30A-C5F4-46D0-B01E-FB65EC075246}" dt="2026-02-08T11:14:16.255" v="168" actId="14100"/>
          <ac:picMkLst>
            <pc:docMk/>
            <pc:sldMk cId="0" sldId="274"/>
            <ac:picMk id="34" creationId="{00000000-0000-0000-0000-000000000000}"/>
          </ac:picMkLst>
        </pc:picChg>
        <pc:picChg chg="mod">
          <ac:chgData name="Novembre Matteo" userId="437dbab0-cd7d-4665-9647-10d1fd490981" providerId="ADAL" clId="{91B3E30A-C5F4-46D0-B01E-FB65EC075246}" dt="2026-02-08T11:14:01.034" v="165" actId="14100"/>
          <ac:picMkLst>
            <pc:docMk/>
            <pc:sldMk cId="0" sldId="274"/>
            <ac:picMk id="42" creationId="{00000000-0000-0000-0000-000000000000}"/>
          </ac:picMkLst>
        </pc:picChg>
        <pc:picChg chg="mod">
          <ac:chgData name="Novembre Matteo" userId="437dbab0-cd7d-4665-9647-10d1fd490981" providerId="ADAL" clId="{91B3E30A-C5F4-46D0-B01E-FB65EC075246}" dt="2026-02-08T11:14:23.505" v="169" actId="1076"/>
          <ac:picMkLst>
            <pc:docMk/>
            <pc:sldMk cId="0" sldId="274"/>
            <ac:picMk id="46" creationId="{00000000-0000-0000-0000-000000000000}"/>
          </ac:picMkLst>
        </pc:picChg>
        <pc:picChg chg="mod">
          <ac:chgData name="Novembre Matteo" userId="437dbab0-cd7d-4665-9647-10d1fd490981" providerId="ADAL" clId="{91B3E30A-C5F4-46D0-B01E-FB65EC075246}" dt="2026-02-08T11:14:09.651" v="167" actId="1076"/>
          <ac:picMkLst>
            <pc:docMk/>
            <pc:sldMk cId="0" sldId="274"/>
            <ac:picMk id="48" creationId="{00000000-0000-0000-0000-000000000000}"/>
          </ac:picMkLst>
        </pc:picChg>
      </pc:sldChg>
      <pc:sldChg chg="del">
        <pc:chgData name="Novembre Matteo" userId="437dbab0-cd7d-4665-9647-10d1fd490981" providerId="ADAL" clId="{91B3E30A-C5F4-46D0-B01E-FB65EC075246}" dt="2026-02-23T07:57:37.336" v="489" actId="18676"/>
        <pc:sldMkLst>
          <pc:docMk/>
          <pc:sldMk cId="0" sldId="275"/>
        </pc:sldMkLst>
      </pc:sldChg>
      <pc:sldChg chg="del">
        <pc:chgData name="Novembre Matteo" userId="437dbab0-cd7d-4665-9647-10d1fd490981" providerId="ADAL" clId="{91B3E30A-C5F4-46D0-B01E-FB65EC075246}" dt="2026-02-23T07:57:37.336" v="489" actId="18676"/>
        <pc:sldMkLst>
          <pc:docMk/>
          <pc:sldMk cId="0" sldId="276"/>
        </pc:sldMkLst>
      </pc:sldChg>
      <pc:sldChg chg="del modAnim">
        <pc:chgData name="Novembre Matteo" userId="437dbab0-cd7d-4665-9647-10d1fd490981" providerId="ADAL" clId="{91B3E30A-C5F4-46D0-B01E-FB65EC075246}" dt="2026-02-23T07:57:37.336" v="489" actId="18676"/>
        <pc:sldMkLst>
          <pc:docMk/>
          <pc:sldMk cId="0" sldId="277"/>
        </pc:sldMkLst>
      </pc:sldChg>
      <pc:sldChg chg="del">
        <pc:chgData name="Novembre Matteo" userId="437dbab0-cd7d-4665-9647-10d1fd490981" providerId="ADAL" clId="{91B3E30A-C5F4-46D0-B01E-FB65EC075246}" dt="2026-02-23T07:57:37.336" v="489" actId="18676"/>
        <pc:sldMkLst>
          <pc:docMk/>
          <pc:sldMk cId="0" sldId="278"/>
        </pc:sldMkLst>
      </pc:sldChg>
      <pc:sldChg chg="del">
        <pc:chgData name="Novembre Matteo" userId="437dbab0-cd7d-4665-9647-10d1fd490981" providerId="ADAL" clId="{91B3E30A-C5F4-46D0-B01E-FB65EC075246}" dt="2026-02-23T07:57:37.336" v="489" actId="18676"/>
        <pc:sldMkLst>
          <pc:docMk/>
          <pc:sldMk cId="0" sldId="279"/>
        </pc:sldMkLst>
      </pc:sldChg>
      <pc:sldChg chg="del">
        <pc:chgData name="Novembre Matteo" userId="437dbab0-cd7d-4665-9647-10d1fd490981" providerId="ADAL" clId="{91B3E30A-C5F4-46D0-B01E-FB65EC075246}" dt="2026-02-23T07:57:37.336" v="489" actId="18676"/>
        <pc:sldMkLst>
          <pc:docMk/>
          <pc:sldMk cId="0" sldId="280"/>
        </pc:sldMkLst>
      </pc:sldChg>
      <pc:sldChg chg="modSp del mod">
        <pc:chgData name="Novembre Matteo" userId="437dbab0-cd7d-4665-9647-10d1fd490981" providerId="ADAL" clId="{91B3E30A-C5F4-46D0-B01E-FB65EC075246}" dt="2026-02-23T07:57:37.336" v="489" actId="18676"/>
        <pc:sldMkLst>
          <pc:docMk/>
          <pc:sldMk cId="0" sldId="281"/>
        </pc:sldMkLst>
        <pc:spChg chg="mod">
          <ac:chgData name="Novembre Matteo" userId="437dbab0-cd7d-4665-9647-10d1fd490981" providerId="ADAL" clId="{91B3E30A-C5F4-46D0-B01E-FB65EC075246}" dt="2026-02-08T11:17:31.704" v="170" actId="1076"/>
          <ac:spMkLst>
            <pc:docMk/>
            <pc:sldMk cId="0" sldId="281"/>
            <ac:spMk id="57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2-08T11:17:36.899" v="171" actId="1076"/>
          <ac:spMkLst>
            <pc:docMk/>
            <pc:sldMk cId="0" sldId="281"/>
            <ac:spMk id="65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2-08T11:17:41.126" v="172" actId="1076"/>
          <ac:spMkLst>
            <pc:docMk/>
            <pc:sldMk cId="0" sldId="281"/>
            <ac:spMk id="73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2-08T11:17:48.153" v="173" actId="1076"/>
          <ac:spMkLst>
            <pc:docMk/>
            <pc:sldMk cId="0" sldId="281"/>
            <ac:spMk id="81" creationId="{00000000-0000-0000-0000-000000000000}"/>
          </ac:spMkLst>
        </pc:spChg>
      </pc:sldChg>
      <pc:sldChg chg="del">
        <pc:chgData name="Novembre Matteo" userId="437dbab0-cd7d-4665-9647-10d1fd490981" providerId="ADAL" clId="{91B3E30A-C5F4-46D0-B01E-FB65EC075246}" dt="2026-02-23T07:57:37.336" v="489" actId="18676"/>
        <pc:sldMkLst>
          <pc:docMk/>
          <pc:sldMk cId="0" sldId="282"/>
        </pc:sldMkLst>
      </pc:sldChg>
      <pc:sldChg chg="modSp del mod">
        <pc:chgData name="Novembre Matteo" userId="437dbab0-cd7d-4665-9647-10d1fd490981" providerId="ADAL" clId="{91B3E30A-C5F4-46D0-B01E-FB65EC075246}" dt="2026-02-23T07:57:37.336" v="489" actId="18676"/>
        <pc:sldMkLst>
          <pc:docMk/>
          <pc:sldMk cId="0" sldId="283"/>
        </pc:sldMkLst>
        <pc:spChg chg="mod">
          <ac:chgData name="Novembre Matteo" userId="437dbab0-cd7d-4665-9647-10d1fd490981" providerId="ADAL" clId="{91B3E30A-C5F4-46D0-B01E-FB65EC075246}" dt="2026-02-08T11:18:06.945" v="175" actId="1076"/>
          <ac:spMkLst>
            <pc:docMk/>
            <pc:sldMk cId="0" sldId="283"/>
            <ac:spMk id="9" creationId="{00000000-0000-0000-0000-000000000000}"/>
          </ac:spMkLst>
        </pc:spChg>
        <pc:picChg chg="mod">
          <ac:chgData name="Novembre Matteo" userId="437dbab0-cd7d-4665-9647-10d1fd490981" providerId="ADAL" clId="{91B3E30A-C5F4-46D0-B01E-FB65EC075246}" dt="2026-02-08T11:18:10.527" v="177" actId="1076"/>
          <ac:picMkLst>
            <pc:docMk/>
            <pc:sldMk cId="0" sldId="283"/>
            <ac:picMk id="10" creationId="{00000000-0000-0000-0000-000000000000}"/>
          </ac:picMkLst>
        </pc:picChg>
        <pc:picChg chg="mod">
          <ac:chgData name="Novembre Matteo" userId="437dbab0-cd7d-4665-9647-10d1fd490981" providerId="ADAL" clId="{91B3E30A-C5F4-46D0-B01E-FB65EC075246}" dt="2026-02-08T11:18:14.064" v="178" actId="1076"/>
          <ac:picMkLst>
            <pc:docMk/>
            <pc:sldMk cId="0" sldId="283"/>
            <ac:picMk id="16" creationId="{00000000-0000-0000-0000-000000000000}"/>
          </ac:picMkLst>
        </pc:picChg>
        <pc:picChg chg="mod">
          <ac:chgData name="Novembre Matteo" userId="437dbab0-cd7d-4665-9647-10d1fd490981" providerId="ADAL" clId="{91B3E30A-C5F4-46D0-B01E-FB65EC075246}" dt="2026-02-08T11:18:17.110" v="179" actId="1076"/>
          <ac:picMkLst>
            <pc:docMk/>
            <pc:sldMk cId="0" sldId="283"/>
            <ac:picMk id="22" creationId="{00000000-0000-0000-0000-000000000000}"/>
          </ac:picMkLst>
        </pc:picChg>
        <pc:picChg chg="mod">
          <ac:chgData name="Novembre Matteo" userId="437dbab0-cd7d-4665-9647-10d1fd490981" providerId="ADAL" clId="{91B3E30A-C5F4-46D0-B01E-FB65EC075246}" dt="2026-02-08T11:18:20.451" v="180" actId="1076"/>
          <ac:picMkLst>
            <pc:docMk/>
            <pc:sldMk cId="0" sldId="283"/>
            <ac:picMk id="28" creationId="{00000000-0000-0000-0000-000000000000}"/>
          </ac:picMkLst>
        </pc:picChg>
      </pc:sldChg>
      <pc:sldChg chg="modSp del mod modAnim">
        <pc:chgData name="Novembre Matteo" userId="437dbab0-cd7d-4665-9647-10d1fd490981" providerId="ADAL" clId="{91B3E30A-C5F4-46D0-B01E-FB65EC075246}" dt="2026-02-23T07:57:37.336" v="489" actId="18676"/>
        <pc:sldMkLst>
          <pc:docMk/>
          <pc:sldMk cId="0" sldId="284"/>
        </pc:sldMkLst>
        <pc:spChg chg="mod">
          <ac:chgData name="Novembre Matteo" userId="437dbab0-cd7d-4665-9647-10d1fd490981" providerId="ADAL" clId="{91B3E30A-C5F4-46D0-B01E-FB65EC075246}" dt="2026-02-08T15:24:54.289" v="192" actId="20577"/>
          <ac:spMkLst>
            <pc:docMk/>
            <pc:sldMk cId="0" sldId="284"/>
            <ac:spMk id="8" creationId="{00000000-0000-0000-0000-000000000000}"/>
          </ac:spMkLst>
        </pc:spChg>
      </pc:sldChg>
      <pc:sldChg chg="del">
        <pc:chgData name="Novembre Matteo" userId="437dbab0-cd7d-4665-9647-10d1fd490981" providerId="ADAL" clId="{91B3E30A-C5F4-46D0-B01E-FB65EC075246}" dt="2026-02-23T07:57:37.336" v="489" actId="18676"/>
        <pc:sldMkLst>
          <pc:docMk/>
          <pc:sldMk cId="0" sldId="285"/>
        </pc:sldMkLst>
      </pc:sldChg>
      <pc:sldChg chg="del">
        <pc:chgData name="Novembre Matteo" userId="437dbab0-cd7d-4665-9647-10d1fd490981" providerId="ADAL" clId="{91B3E30A-C5F4-46D0-B01E-FB65EC075246}" dt="2026-02-23T07:57:37.336" v="489" actId="18676"/>
        <pc:sldMkLst>
          <pc:docMk/>
          <pc:sldMk cId="0" sldId="286"/>
        </pc:sldMkLst>
      </pc:sldChg>
      <pc:sldChg chg="del">
        <pc:chgData name="Novembre Matteo" userId="437dbab0-cd7d-4665-9647-10d1fd490981" providerId="ADAL" clId="{91B3E30A-C5F4-46D0-B01E-FB65EC075246}" dt="2026-02-23T07:57:37.336" v="489" actId="18676"/>
        <pc:sldMkLst>
          <pc:docMk/>
          <pc:sldMk cId="0" sldId="287"/>
        </pc:sldMkLst>
      </pc:sldChg>
      <pc:sldChg chg="del">
        <pc:chgData name="Novembre Matteo" userId="437dbab0-cd7d-4665-9647-10d1fd490981" providerId="ADAL" clId="{91B3E30A-C5F4-46D0-B01E-FB65EC075246}" dt="2026-02-23T07:57:37.336" v="489" actId="18676"/>
        <pc:sldMkLst>
          <pc:docMk/>
          <pc:sldMk cId="0" sldId="288"/>
        </pc:sldMkLst>
      </pc:sldChg>
      <pc:sldChg chg="del">
        <pc:chgData name="Novembre Matteo" userId="437dbab0-cd7d-4665-9647-10d1fd490981" providerId="ADAL" clId="{91B3E30A-C5F4-46D0-B01E-FB65EC075246}" dt="2026-02-23T07:57:37.336" v="489" actId="18676"/>
        <pc:sldMkLst>
          <pc:docMk/>
          <pc:sldMk cId="0" sldId="289"/>
        </pc:sldMkLst>
      </pc:sldChg>
      <pc:sldChg chg="del">
        <pc:chgData name="Novembre Matteo" userId="437dbab0-cd7d-4665-9647-10d1fd490981" providerId="ADAL" clId="{91B3E30A-C5F4-46D0-B01E-FB65EC075246}" dt="2026-02-23T07:57:37.336" v="489" actId="18676"/>
        <pc:sldMkLst>
          <pc:docMk/>
          <pc:sldMk cId="0" sldId="290"/>
        </pc:sldMkLst>
      </pc:sldChg>
      <pc:sldChg chg="del">
        <pc:chgData name="Novembre Matteo" userId="437dbab0-cd7d-4665-9647-10d1fd490981" providerId="ADAL" clId="{91B3E30A-C5F4-46D0-B01E-FB65EC075246}" dt="2026-02-23T07:57:37.336" v="489" actId="18676"/>
        <pc:sldMkLst>
          <pc:docMk/>
          <pc:sldMk cId="0" sldId="291"/>
        </pc:sldMkLst>
      </pc:sldChg>
      <pc:sldChg chg="modSp del mod">
        <pc:chgData name="Novembre Matteo" userId="437dbab0-cd7d-4665-9647-10d1fd490981" providerId="ADAL" clId="{91B3E30A-C5F4-46D0-B01E-FB65EC075246}" dt="2026-02-23T07:57:37.336" v="489" actId="18676"/>
        <pc:sldMkLst>
          <pc:docMk/>
          <pc:sldMk cId="0" sldId="292"/>
        </pc:sldMkLst>
        <pc:picChg chg="mod">
          <ac:chgData name="Novembre Matteo" userId="437dbab0-cd7d-4665-9647-10d1fd490981" providerId="ADAL" clId="{91B3E30A-C5F4-46D0-B01E-FB65EC075246}" dt="2026-02-08T11:05:17.455" v="107" actId="1076"/>
          <ac:picMkLst>
            <pc:docMk/>
            <pc:sldMk cId="0" sldId="292"/>
            <ac:picMk id="81" creationId="{3B7EAA6D-53B3-A159-86C2-ADB024ED10AA}"/>
          </ac:picMkLst>
        </pc:picChg>
      </pc:sldChg>
      <pc:sldChg chg="del">
        <pc:chgData name="Novembre Matteo" userId="437dbab0-cd7d-4665-9647-10d1fd490981" providerId="ADAL" clId="{91B3E30A-C5F4-46D0-B01E-FB65EC075246}" dt="2026-02-23T07:57:37.336" v="489" actId="18676"/>
        <pc:sldMkLst>
          <pc:docMk/>
          <pc:sldMk cId="0" sldId="293"/>
        </pc:sldMkLst>
      </pc:sldChg>
      <pc:sldChg chg="del">
        <pc:chgData name="Novembre Matteo" userId="437dbab0-cd7d-4665-9647-10d1fd490981" providerId="ADAL" clId="{91B3E30A-C5F4-46D0-B01E-FB65EC075246}" dt="2026-02-23T07:57:37.336" v="489" actId="18676"/>
        <pc:sldMkLst>
          <pc:docMk/>
          <pc:sldMk cId="0" sldId="294"/>
        </pc:sldMkLst>
      </pc:sldChg>
      <pc:sldChg chg="del">
        <pc:chgData name="Novembre Matteo" userId="437dbab0-cd7d-4665-9647-10d1fd490981" providerId="ADAL" clId="{91B3E30A-C5F4-46D0-B01E-FB65EC075246}" dt="2026-02-23T07:57:37.336" v="489" actId="18676"/>
        <pc:sldMkLst>
          <pc:docMk/>
          <pc:sldMk cId="0" sldId="295"/>
        </pc:sldMkLst>
      </pc:sldChg>
      <pc:sldChg chg="modSp del mod">
        <pc:chgData name="Novembre Matteo" userId="437dbab0-cd7d-4665-9647-10d1fd490981" providerId="ADAL" clId="{91B3E30A-C5F4-46D0-B01E-FB65EC075246}" dt="2026-02-23T07:57:37.336" v="489" actId="18676"/>
        <pc:sldMkLst>
          <pc:docMk/>
          <pc:sldMk cId="0" sldId="296"/>
        </pc:sldMkLst>
        <pc:picChg chg="mod">
          <ac:chgData name="Novembre Matteo" userId="437dbab0-cd7d-4665-9647-10d1fd490981" providerId="ADAL" clId="{91B3E30A-C5F4-46D0-B01E-FB65EC075246}" dt="2026-02-08T11:19:18.228" v="181" actId="1076"/>
          <ac:picMkLst>
            <pc:docMk/>
            <pc:sldMk cId="0" sldId="296"/>
            <ac:picMk id="10" creationId="{00000000-0000-0000-0000-000000000000}"/>
          </ac:picMkLst>
        </pc:picChg>
        <pc:picChg chg="mod">
          <ac:chgData name="Novembre Matteo" userId="437dbab0-cd7d-4665-9647-10d1fd490981" providerId="ADAL" clId="{91B3E30A-C5F4-46D0-B01E-FB65EC075246}" dt="2026-02-08T11:19:22.831" v="182" actId="1076"/>
          <ac:picMkLst>
            <pc:docMk/>
            <pc:sldMk cId="0" sldId="296"/>
            <ac:picMk id="16" creationId="{00000000-0000-0000-0000-000000000000}"/>
          </ac:picMkLst>
        </pc:picChg>
        <pc:picChg chg="mod">
          <ac:chgData name="Novembre Matteo" userId="437dbab0-cd7d-4665-9647-10d1fd490981" providerId="ADAL" clId="{91B3E30A-C5F4-46D0-B01E-FB65EC075246}" dt="2026-02-08T11:19:27.878" v="183" actId="1076"/>
          <ac:picMkLst>
            <pc:docMk/>
            <pc:sldMk cId="0" sldId="296"/>
            <ac:picMk id="22" creationId="{00000000-0000-0000-0000-000000000000}"/>
          </ac:picMkLst>
        </pc:picChg>
        <pc:picChg chg="mod">
          <ac:chgData name="Novembre Matteo" userId="437dbab0-cd7d-4665-9647-10d1fd490981" providerId="ADAL" clId="{91B3E30A-C5F4-46D0-B01E-FB65EC075246}" dt="2026-02-08T11:19:32.860" v="184" actId="1076"/>
          <ac:picMkLst>
            <pc:docMk/>
            <pc:sldMk cId="0" sldId="296"/>
            <ac:picMk id="28" creationId="{00000000-0000-0000-0000-000000000000}"/>
          </ac:picMkLst>
        </pc:picChg>
      </pc:sldChg>
      <pc:sldChg chg="del">
        <pc:chgData name="Novembre Matteo" userId="437dbab0-cd7d-4665-9647-10d1fd490981" providerId="ADAL" clId="{91B3E30A-C5F4-46D0-B01E-FB65EC075246}" dt="2026-02-23T07:57:37.336" v="489" actId="18676"/>
        <pc:sldMkLst>
          <pc:docMk/>
          <pc:sldMk cId="0" sldId="297"/>
        </pc:sldMkLst>
      </pc:sldChg>
      <pc:sldChg chg="del">
        <pc:chgData name="Novembre Matteo" userId="437dbab0-cd7d-4665-9647-10d1fd490981" providerId="ADAL" clId="{91B3E30A-C5F4-46D0-B01E-FB65EC075246}" dt="2026-02-23T07:57:37.336" v="489" actId="18676"/>
        <pc:sldMkLst>
          <pc:docMk/>
          <pc:sldMk cId="0" sldId="298"/>
        </pc:sldMkLst>
      </pc:sldChg>
      <pc:sldChg chg="del">
        <pc:chgData name="Novembre Matteo" userId="437dbab0-cd7d-4665-9647-10d1fd490981" providerId="ADAL" clId="{91B3E30A-C5F4-46D0-B01E-FB65EC075246}" dt="2026-02-23T07:57:37.336" v="489" actId="18676"/>
        <pc:sldMkLst>
          <pc:docMk/>
          <pc:sldMk cId="0" sldId="299"/>
        </pc:sldMkLst>
      </pc:sldChg>
      <pc:sldChg chg="del">
        <pc:chgData name="Novembre Matteo" userId="437dbab0-cd7d-4665-9647-10d1fd490981" providerId="ADAL" clId="{91B3E30A-C5F4-46D0-B01E-FB65EC075246}" dt="2026-02-23T07:57:37.336" v="489" actId="18676"/>
        <pc:sldMkLst>
          <pc:docMk/>
          <pc:sldMk cId="0" sldId="300"/>
        </pc:sldMkLst>
      </pc:sldChg>
      <pc:sldChg chg="del">
        <pc:chgData name="Novembre Matteo" userId="437dbab0-cd7d-4665-9647-10d1fd490981" providerId="ADAL" clId="{91B3E30A-C5F4-46D0-B01E-FB65EC075246}" dt="2026-02-23T07:57:37.336" v="489" actId="18676"/>
        <pc:sldMkLst>
          <pc:docMk/>
          <pc:sldMk cId="0" sldId="301"/>
        </pc:sldMkLst>
      </pc:sldChg>
      <pc:sldChg chg="del">
        <pc:chgData name="Novembre Matteo" userId="437dbab0-cd7d-4665-9647-10d1fd490981" providerId="ADAL" clId="{91B3E30A-C5F4-46D0-B01E-FB65EC075246}" dt="2026-02-23T07:57:37.336" v="489" actId="18676"/>
        <pc:sldMkLst>
          <pc:docMk/>
          <pc:sldMk cId="0" sldId="302"/>
        </pc:sldMkLst>
      </pc:sldChg>
      <pc:sldChg chg="del">
        <pc:chgData name="Novembre Matteo" userId="437dbab0-cd7d-4665-9647-10d1fd490981" providerId="ADAL" clId="{91B3E30A-C5F4-46D0-B01E-FB65EC075246}" dt="2026-02-23T07:57:37.336" v="489" actId="18676"/>
        <pc:sldMkLst>
          <pc:docMk/>
          <pc:sldMk cId="0" sldId="303"/>
        </pc:sldMkLst>
      </pc:sldChg>
      <pc:sldChg chg="del">
        <pc:chgData name="Novembre Matteo" userId="437dbab0-cd7d-4665-9647-10d1fd490981" providerId="ADAL" clId="{91B3E30A-C5F4-46D0-B01E-FB65EC075246}" dt="2026-02-23T07:57:37.336" v="489" actId="18676"/>
        <pc:sldMkLst>
          <pc:docMk/>
          <pc:sldMk cId="0" sldId="304"/>
        </pc:sldMkLst>
      </pc:sldChg>
      <pc:sldChg chg="del">
        <pc:chgData name="Novembre Matteo" userId="437dbab0-cd7d-4665-9647-10d1fd490981" providerId="ADAL" clId="{91B3E30A-C5F4-46D0-B01E-FB65EC075246}" dt="2026-02-23T07:57:37.336" v="489" actId="18676"/>
        <pc:sldMkLst>
          <pc:docMk/>
          <pc:sldMk cId="1119716567" sldId="311"/>
        </pc:sldMkLst>
      </pc:sldChg>
      <pc:sldChg chg="del">
        <pc:chgData name="Novembre Matteo" userId="437dbab0-cd7d-4665-9647-10d1fd490981" providerId="ADAL" clId="{91B3E30A-C5F4-46D0-B01E-FB65EC075246}" dt="2026-02-23T07:57:37.336" v="489" actId="18676"/>
        <pc:sldMkLst>
          <pc:docMk/>
          <pc:sldMk cId="0" sldId="312"/>
        </pc:sldMkLst>
      </pc:sldChg>
      <pc:sldChg chg="del">
        <pc:chgData name="Novembre Matteo" userId="437dbab0-cd7d-4665-9647-10d1fd490981" providerId="ADAL" clId="{91B3E30A-C5F4-46D0-B01E-FB65EC075246}" dt="2026-02-23T07:57:37.336" v="489" actId="18676"/>
        <pc:sldMkLst>
          <pc:docMk/>
          <pc:sldMk cId="0" sldId="313"/>
        </pc:sldMkLst>
      </pc:sldChg>
      <pc:sldChg chg="del">
        <pc:chgData name="Novembre Matteo" userId="437dbab0-cd7d-4665-9647-10d1fd490981" providerId="ADAL" clId="{91B3E30A-C5F4-46D0-B01E-FB65EC075246}" dt="2026-02-23T07:57:37.336" v="489" actId="18676"/>
        <pc:sldMkLst>
          <pc:docMk/>
          <pc:sldMk cId="0" sldId="314"/>
        </pc:sldMkLst>
      </pc:sldChg>
      <pc:sldChg chg="del">
        <pc:chgData name="Novembre Matteo" userId="437dbab0-cd7d-4665-9647-10d1fd490981" providerId="ADAL" clId="{91B3E30A-C5F4-46D0-B01E-FB65EC075246}" dt="2026-02-23T07:57:37.336" v="489" actId="18676"/>
        <pc:sldMkLst>
          <pc:docMk/>
          <pc:sldMk cId="0" sldId="315"/>
        </pc:sldMkLst>
      </pc:sldChg>
      <pc:sldChg chg="del">
        <pc:chgData name="Novembre Matteo" userId="437dbab0-cd7d-4665-9647-10d1fd490981" providerId="ADAL" clId="{91B3E30A-C5F4-46D0-B01E-FB65EC075246}" dt="2026-02-23T07:57:37.336" v="489" actId="18676"/>
        <pc:sldMkLst>
          <pc:docMk/>
          <pc:sldMk cId="0" sldId="316"/>
        </pc:sldMkLst>
      </pc:sldChg>
      <pc:sldChg chg="del">
        <pc:chgData name="Novembre Matteo" userId="437dbab0-cd7d-4665-9647-10d1fd490981" providerId="ADAL" clId="{91B3E30A-C5F4-46D0-B01E-FB65EC075246}" dt="2026-02-23T07:57:37.336" v="489" actId="18676"/>
        <pc:sldMkLst>
          <pc:docMk/>
          <pc:sldMk cId="0" sldId="317"/>
        </pc:sldMkLst>
      </pc:sldChg>
      <pc:sldChg chg="del">
        <pc:chgData name="Novembre Matteo" userId="437dbab0-cd7d-4665-9647-10d1fd490981" providerId="ADAL" clId="{91B3E30A-C5F4-46D0-B01E-FB65EC075246}" dt="2026-02-23T07:57:37.336" v="489" actId="18676"/>
        <pc:sldMkLst>
          <pc:docMk/>
          <pc:sldMk cId="0" sldId="318"/>
        </pc:sldMkLst>
      </pc:sldChg>
      <pc:sldChg chg="addSp delSp modSp del mod modAnim">
        <pc:chgData name="Novembre Matteo" userId="437dbab0-cd7d-4665-9647-10d1fd490981" providerId="ADAL" clId="{91B3E30A-C5F4-46D0-B01E-FB65EC075246}" dt="2026-02-23T07:57:37.336" v="489" actId="18676"/>
        <pc:sldMkLst>
          <pc:docMk/>
          <pc:sldMk cId="0" sldId="319"/>
        </pc:sldMkLst>
        <pc:spChg chg="add mod">
          <ac:chgData name="Novembre Matteo" userId="437dbab0-cd7d-4665-9647-10d1fd490981" providerId="ADAL" clId="{91B3E30A-C5F4-46D0-B01E-FB65EC075246}" dt="2026-02-08T11:07:21.544" v="126" actId="1076"/>
          <ac:spMkLst>
            <pc:docMk/>
            <pc:sldMk cId="0" sldId="319"/>
            <ac:spMk id="25" creationId="{FBB1DDD1-D5BF-8684-40A6-88CF95D98CB2}"/>
          </ac:spMkLst>
        </pc:spChg>
        <pc:spChg chg="add mod">
          <ac:chgData name="Novembre Matteo" userId="437dbab0-cd7d-4665-9647-10d1fd490981" providerId="ADAL" clId="{91B3E30A-C5F4-46D0-B01E-FB65EC075246}" dt="2026-02-08T11:07:21.544" v="126" actId="1076"/>
          <ac:spMkLst>
            <pc:docMk/>
            <pc:sldMk cId="0" sldId="319"/>
            <ac:spMk id="26" creationId="{4E4D2A80-372A-B668-1438-B03CCD72BDCD}"/>
          </ac:spMkLst>
        </pc:spChg>
        <pc:spChg chg="add mod">
          <ac:chgData name="Novembre Matteo" userId="437dbab0-cd7d-4665-9647-10d1fd490981" providerId="ADAL" clId="{91B3E30A-C5F4-46D0-B01E-FB65EC075246}" dt="2026-02-08T11:07:12.952" v="125" actId="1076"/>
          <ac:spMkLst>
            <pc:docMk/>
            <pc:sldMk cId="0" sldId="319"/>
            <ac:spMk id="27" creationId="{70F491DB-2A31-31D8-86B1-4FD5C4DCA4AD}"/>
          </ac:spMkLst>
        </pc:spChg>
        <pc:picChg chg="mod">
          <ac:chgData name="Novembre Matteo" userId="437dbab0-cd7d-4665-9647-10d1fd490981" providerId="ADAL" clId="{91B3E30A-C5F4-46D0-B01E-FB65EC075246}" dt="2026-02-08T11:06:52.559" v="119" actId="14100"/>
          <ac:picMkLst>
            <pc:docMk/>
            <pc:sldMk cId="0" sldId="319"/>
            <ac:picMk id="20" creationId="{00000000-0000-0000-0000-000000000000}"/>
          </ac:picMkLst>
        </pc:picChg>
      </pc:sldChg>
      <pc:sldChg chg="addSp delSp modSp mod modAnim">
        <pc:chgData name="Novembre Matteo" userId="437dbab0-cd7d-4665-9647-10d1fd490981" providerId="ADAL" clId="{91B3E30A-C5F4-46D0-B01E-FB65EC075246}" dt="2026-02-08T11:08:51.764" v="142" actId="1076"/>
        <pc:sldMkLst>
          <pc:docMk/>
          <pc:sldMk cId="0" sldId="327"/>
        </pc:sldMkLst>
        <pc:spChg chg="add mod">
          <ac:chgData name="Novembre Matteo" userId="437dbab0-cd7d-4665-9647-10d1fd490981" providerId="ADAL" clId="{91B3E30A-C5F4-46D0-B01E-FB65EC075246}" dt="2026-02-08T11:08:51.764" v="142" actId="1076"/>
          <ac:spMkLst>
            <pc:docMk/>
            <pc:sldMk cId="0" sldId="327"/>
            <ac:spMk id="25" creationId="{3CCF1429-0360-CFC7-ED56-4618420903C6}"/>
          </ac:spMkLst>
        </pc:spChg>
        <pc:spChg chg="add mod">
          <ac:chgData name="Novembre Matteo" userId="437dbab0-cd7d-4665-9647-10d1fd490981" providerId="ADAL" clId="{91B3E30A-C5F4-46D0-B01E-FB65EC075246}" dt="2026-02-08T11:08:05.187" v="134" actId="1076"/>
          <ac:spMkLst>
            <pc:docMk/>
            <pc:sldMk cId="0" sldId="327"/>
            <ac:spMk id="26" creationId="{0CE44BB9-7BC7-DA0E-4FA2-3BAD9AE64B71}"/>
          </ac:spMkLst>
        </pc:spChg>
        <pc:spChg chg="add mod">
          <ac:chgData name="Novembre Matteo" userId="437dbab0-cd7d-4665-9647-10d1fd490981" providerId="ADAL" clId="{91B3E30A-C5F4-46D0-B01E-FB65EC075246}" dt="2026-02-08T11:08:07.259" v="135" actId="20577"/>
          <ac:spMkLst>
            <pc:docMk/>
            <pc:sldMk cId="0" sldId="327"/>
            <ac:spMk id="27" creationId="{BA6BBD68-7DE2-13BD-03AC-AD3D21963931}"/>
          </ac:spMkLst>
        </pc:spChg>
        <pc:picChg chg="mod">
          <ac:chgData name="Novembre Matteo" userId="437dbab0-cd7d-4665-9647-10d1fd490981" providerId="ADAL" clId="{91B3E30A-C5F4-46D0-B01E-FB65EC075246}" dt="2026-02-08T11:08:29.296" v="139" actId="14100"/>
          <ac:picMkLst>
            <pc:docMk/>
            <pc:sldMk cId="0" sldId="327"/>
            <ac:picMk id="20" creationId="{00000000-0000-0000-0000-000000000000}"/>
          </ac:picMkLst>
        </pc:picChg>
      </pc:sldChg>
      <pc:sldChg chg="addSp delSp modSp mod modAnim">
        <pc:chgData name="Novembre Matteo" userId="437dbab0-cd7d-4665-9647-10d1fd490981" providerId="ADAL" clId="{91B3E30A-C5F4-46D0-B01E-FB65EC075246}" dt="2026-02-08T11:10:08.907" v="153" actId="14100"/>
        <pc:sldMkLst>
          <pc:docMk/>
          <pc:sldMk cId="0" sldId="335"/>
        </pc:sldMkLst>
        <pc:spChg chg="add mod">
          <ac:chgData name="Novembre Matteo" userId="437dbab0-cd7d-4665-9647-10d1fd490981" providerId="ADAL" clId="{91B3E30A-C5F4-46D0-B01E-FB65EC075246}" dt="2026-02-08T11:09:34.234" v="146" actId="1076"/>
          <ac:spMkLst>
            <pc:docMk/>
            <pc:sldMk cId="0" sldId="335"/>
            <ac:spMk id="25" creationId="{B8804096-A3BA-7A5E-66BB-7CBCFC094EA2}"/>
          </ac:spMkLst>
        </pc:spChg>
        <pc:spChg chg="add mod">
          <ac:chgData name="Novembre Matteo" userId="437dbab0-cd7d-4665-9647-10d1fd490981" providerId="ADAL" clId="{91B3E30A-C5F4-46D0-B01E-FB65EC075246}" dt="2026-02-08T11:09:36.692" v="147" actId="20577"/>
          <ac:spMkLst>
            <pc:docMk/>
            <pc:sldMk cId="0" sldId="335"/>
            <ac:spMk id="26" creationId="{31D35C21-2FD5-3441-E433-45730F113C95}"/>
          </ac:spMkLst>
        </pc:spChg>
        <pc:spChg chg="add mod">
          <ac:chgData name="Novembre Matteo" userId="437dbab0-cd7d-4665-9647-10d1fd490981" providerId="ADAL" clId="{91B3E30A-C5F4-46D0-B01E-FB65EC075246}" dt="2026-02-08T11:09:53.920" v="150" actId="1076"/>
          <ac:spMkLst>
            <pc:docMk/>
            <pc:sldMk cId="0" sldId="335"/>
            <ac:spMk id="27" creationId="{B9BFC964-E4A1-F288-2A32-94D9343D9064}"/>
          </ac:spMkLst>
        </pc:spChg>
        <pc:picChg chg="mod">
          <ac:chgData name="Novembre Matteo" userId="437dbab0-cd7d-4665-9647-10d1fd490981" providerId="ADAL" clId="{91B3E30A-C5F4-46D0-B01E-FB65EC075246}" dt="2026-02-08T11:10:08.907" v="153" actId="14100"/>
          <ac:picMkLst>
            <pc:docMk/>
            <pc:sldMk cId="0" sldId="335"/>
            <ac:picMk id="12" creationId="{00000000-0000-0000-0000-000000000000}"/>
          </ac:picMkLst>
        </pc:picChg>
      </pc:sldChg>
      <pc:sldChg chg="modAnim">
        <pc:chgData name="Novembre Matteo" userId="437dbab0-cd7d-4665-9647-10d1fd490981" providerId="ADAL" clId="{91B3E30A-C5F4-46D0-B01E-FB65EC075246}" dt="2026-02-08T11:10:48.408" v="156"/>
        <pc:sldMkLst>
          <pc:docMk/>
          <pc:sldMk cId="0" sldId="336"/>
        </pc:sldMkLst>
      </pc:sldChg>
      <pc:sldChg chg="modSp add mod">
        <pc:chgData name="Novembre Matteo" userId="437dbab0-cd7d-4665-9647-10d1fd490981" providerId="ADAL" clId="{91B3E30A-C5F4-46D0-B01E-FB65EC075246}" dt="2026-02-23T07:57:55.012" v="516" actId="20577"/>
        <pc:sldMkLst>
          <pc:docMk/>
          <pc:sldMk cId="348954085" sldId="338"/>
        </pc:sldMkLst>
        <pc:graphicFrameChg chg="mod modGraphic">
          <ac:chgData name="Novembre Matteo" userId="437dbab0-cd7d-4665-9647-10d1fd490981" providerId="ADAL" clId="{91B3E30A-C5F4-46D0-B01E-FB65EC075246}" dt="2026-02-23T07:57:55.012" v="516" actId="20577"/>
          <ac:graphicFrameMkLst>
            <pc:docMk/>
            <pc:sldMk cId="348954085" sldId="338"/>
            <ac:graphicFrameMk id="5" creationId="{52A369BA-F177-BE2A-86F7-3CE0AB26EBE9}"/>
          </ac:graphicFrameMkLst>
        </pc:graphicFrameChg>
      </pc:sldChg>
      <pc:sldChg chg="add del">
        <pc:chgData name="Novembre Matteo" userId="437dbab0-cd7d-4665-9647-10d1fd490981" providerId="ADAL" clId="{91B3E30A-C5F4-46D0-B01E-FB65EC075246}" dt="2026-02-23T07:57:26.620" v="470" actId="47"/>
        <pc:sldMkLst>
          <pc:docMk/>
          <pc:sldMk cId="0" sldId="339"/>
        </pc:sldMkLst>
      </pc:sldChg>
      <pc:sldChg chg="add del">
        <pc:chgData name="Novembre Matteo" userId="437dbab0-cd7d-4665-9647-10d1fd490981" providerId="ADAL" clId="{91B3E30A-C5F4-46D0-B01E-FB65EC075246}" dt="2026-02-23T07:57:26.860" v="471" actId="47"/>
        <pc:sldMkLst>
          <pc:docMk/>
          <pc:sldMk cId="0" sldId="340"/>
        </pc:sldMkLst>
      </pc:sldChg>
      <pc:sldChg chg="modSp add del mod">
        <pc:chgData name="Novembre Matteo" userId="437dbab0-cd7d-4665-9647-10d1fd490981" providerId="ADAL" clId="{91B3E30A-C5F4-46D0-B01E-FB65EC075246}" dt="2026-02-23T07:57:27.112" v="472" actId="47"/>
        <pc:sldMkLst>
          <pc:docMk/>
          <pc:sldMk cId="0" sldId="341"/>
        </pc:sldMkLst>
      </pc:sldChg>
      <pc:sldChg chg="modSp add del mod">
        <pc:chgData name="Novembre Matteo" userId="437dbab0-cd7d-4665-9647-10d1fd490981" providerId="ADAL" clId="{91B3E30A-C5F4-46D0-B01E-FB65EC075246}" dt="2026-02-23T07:57:27.322" v="473" actId="47"/>
        <pc:sldMkLst>
          <pc:docMk/>
          <pc:sldMk cId="0" sldId="342"/>
        </pc:sldMkLst>
      </pc:sldChg>
      <pc:sldChg chg="modSp add del mod">
        <pc:chgData name="Novembre Matteo" userId="437dbab0-cd7d-4665-9647-10d1fd490981" providerId="ADAL" clId="{91B3E30A-C5F4-46D0-B01E-FB65EC075246}" dt="2026-02-23T07:57:27.560" v="474" actId="47"/>
        <pc:sldMkLst>
          <pc:docMk/>
          <pc:sldMk cId="0" sldId="343"/>
        </pc:sldMkLst>
      </pc:sldChg>
      <pc:sldChg chg="add del">
        <pc:chgData name="Novembre Matteo" userId="437dbab0-cd7d-4665-9647-10d1fd490981" providerId="ADAL" clId="{91B3E30A-C5F4-46D0-B01E-FB65EC075246}" dt="2026-02-23T07:57:27.810" v="475" actId="47"/>
        <pc:sldMkLst>
          <pc:docMk/>
          <pc:sldMk cId="0" sldId="344"/>
        </pc:sldMkLst>
      </pc:sldChg>
      <pc:sldChg chg="add del">
        <pc:chgData name="Novembre Matteo" userId="437dbab0-cd7d-4665-9647-10d1fd490981" providerId="ADAL" clId="{91B3E30A-C5F4-46D0-B01E-FB65EC075246}" dt="2026-02-23T07:57:28.102" v="476" actId="47"/>
        <pc:sldMkLst>
          <pc:docMk/>
          <pc:sldMk cId="0" sldId="345"/>
        </pc:sldMkLst>
      </pc:sldChg>
      <pc:sldChg chg="delSp add del mod">
        <pc:chgData name="Novembre Matteo" userId="437dbab0-cd7d-4665-9647-10d1fd490981" providerId="ADAL" clId="{91B3E30A-C5F4-46D0-B01E-FB65EC075246}" dt="2026-02-23T07:57:28.359" v="477" actId="47"/>
        <pc:sldMkLst>
          <pc:docMk/>
          <pc:sldMk cId="0" sldId="346"/>
        </pc:sldMkLst>
      </pc:sldChg>
      <pc:sldChg chg="add del">
        <pc:chgData name="Novembre Matteo" userId="437dbab0-cd7d-4665-9647-10d1fd490981" providerId="ADAL" clId="{91B3E30A-C5F4-46D0-B01E-FB65EC075246}" dt="2026-02-23T07:57:28.966" v="479" actId="47"/>
        <pc:sldMkLst>
          <pc:docMk/>
          <pc:sldMk cId="0" sldId="347"/>
        </pc:sldMkLst>
      </pc:sldChg>
      <pc:sldChg chg="addSp delSp modSp add del mod">
        <pc:chgData name="Novembre Matteo" userId="437dbab0-cd7d-4665-9647-10d1fd490981" providerId="ADAL" clId="{91B3E30A-C5F4-46D0-B01E-FB65EC075246}" dt="2026-02-23T07:57:28.698" v="478" actId="47"/>
        <pc:sldMkLst>
          <pc:docMk/>
          <pc:sldMk cId="2071099253" sldId="348"/>
        </pc:sldMkLst>
      </pc:sldChg>
      <pc:sldChg chg="modSp add del mod">
        <pc:chgData name="Novembre Matteo" userId="437dbab0-cd7d-4665-9647-10d1fd490981" providerId="ADAL" clId="{91B3E30A-C5F4-46D0-B01E-FB65EC075246}" dt="2026-02-23T07:57:24.613" v="462" actId="47"/>
        <pc:sldMkLst>
          <pc:docMk/>
          <pc:sldMk cId="0" sldId="349"/>
        </pc:sldMkLst>
      </pc:sldChg>
      <pc:sldChg chg="modSp add del mod">
        <pc:chgData name="Novembre Matteo" userId="437dbab0-cd7d-4665-9647-10d1fd490981" providerId="ADAL" clId="{91B3E30A-C5F4-46D0-B01E-FB65EC075246}" dt="2026-02-23T07:57:24.900" v="463" actId="47"/>
        <pc:sldMkLst>
          <pc:docMk/>
          <pc:sldMk cId="0" sldId="350"/>
        </pc:sldMkLst>
      </pc:sldChg>
      <pc:sldChg chg="delSp add del mod ord">
        <pc:chgData name="Novembre Matteo" userId="437dbab0-cd7d-4665-9647-10d1fd490981" providerId="ADAL" clId="{91B3E30A-C5F4-46D0-B01E-FB65EC075246}" dt="2026-02-23T07:57:31.526" v="487" actId="47"/>
        <pc:sldMkLst>
          <pc:docMk/>
          <pc:sldMk cId="0" sldId="351"/>
        </pc:sldMkLst>
      </pc:sldChg>
      <pc:sldChg chg="addSp delSp modSp add del mod">
        <pc:chgData name="Novembre Matteo" userId="437dbab0-cd7d-4665-9647-10d1fd490981" providerId="ADAL" clId="{91B3E30A-C5F4-46D0-B01E-FB65EC075246}" dt="2026-02-23T07:57:25.892" v="467" actId="47"/>
        <pc:sldMkLst>
          <pc:docMk/>
          <pc:sldMk cId="98375065" sldId="352"/>
        </pc:sldMkLst>
      </pc:sldChg>
      <pc:sldChg chg="addSp delSp modSp add del mod">
        <pc:chgData name="Novembre Matteo" userId="437dbab0-cd7d-4665-9647-10d1fd490981" providerId="ADAL" clId="{91B3E30A-C5F4-46D0-B01E-FB65EC075246}" dt="2026-02-23T07:57:30.419" v="483" actId="47"/>
        <pc:sldMkLst>
          <pc:docMk/>
          <pc:sldMk cId="3171372946" sldId="353"/>
        </pc:sldMkLst>
      </pc:sldChg>
      <pc:sldChg chg="modSp add del mod">
        <pc:chgData name="Novembre Matteo" userId="437dbab0-cd7d-4665-9647-10d1fd490981" providerId="ADAL" clId="{91B3E30A-C5F4-46D0-B01E-FB65EC075246}" dt="2026-02-23T07:57:37.336" v="489" actId="18676"/>
        <pc:sldMkLst>
          <pc:docMk/>
          <pc:sldMk cId="822003721" sldId="354"/>
        </pc:sldMkLst>
        <pc:graphicFrameChg chg="modGraphic">
          <ac:chgData name="Novembre Matteo" userId="437dbab0-cd7d-4665-9647-10d1fd490981" providerId="ADAL" clId="{91B3E30A-C5F4-46D0-B01E-FB65EC075246}" dt="2026-02-16T09:12:03.957" v="452" actId="20577"/>
          <ac:graphicFrameMkLst>
            <pc:docMk/>
            <pc:sldMk cId="822003721" sldId="354"/>
            <ac:graphicFrameMk id="5" creationId="{FEF7584F-4C70-1ECD-C15B-F91FD073E674}"/>
          </ac:graphicFrameMkLst>
        </pc:graphicFrameChg>
      </pc:sldChg>
    </pc:docChg>
  </pc:docChgLst>
  <pc:docChgLst>
    <pc:chgData name="Novembre Matteo" userId="437dbab0-cd7d-4665-9647-10d1fd490981" providerId="ADAL" clId="{71D4A954-A407-45A0-88CF-ADD9232790EB}"/>
    <pc:docChg chg="undo custSel addSld delSld modSld">
      <pc:chgData name="Novembre Matteo" userId="437dbab0-cd7d-4665-9647-10d1fd490981" providerId="ADAL" clId="{71D4A954-A407-45A0-88CF-ADD9232790EB}" dt="2026-02-02T12:06:57.927" v="297" actId="688"/>
      <pc:docMkLst>
        <pc:docMk/>
      </pc:docMkLst>
      <pc:sldChg chg="delSp mod">
        <pc:chgData name="Novembre Matteo" userId="437dbab0-cd7d-4665-9647-10d1fd490981" providerId="ADAL" clId="{71D4A954-A407-45A0-88CF-ADD9232790EB}" dt="2026-02-02T10:17:08.720" v="0" actId="478"/>
        <pc:sldMkLst>
          <pc:docMk/>
          <pc:sldMk cId="0" sldId="256"/>
        </pc:sldMkLst>
      </pc:sldChg>
      <pc:sldChg chg="addSp delSp modSp mod">
        <pc:chgData name="Novembre Matteo" userId="437dbab0-cd7d-4665-9647-10d1fd490981" providerId="ADAL" clId="{71D4A954-A407-45A0-88CF-ADD9232790EB}" dt="2026-02-02T10:19:53.287" v="4" actId="1076"/>
        <pc:sldMkLst>
          <pc:docMk/>
          <pc:sldMk cId="0" sldId="257"/>
        </pc:sldMkLst>
      </pc:sldChg>
      <pc:sldChg chg="addSp delSp modSp mod">
        <pc:chgData name="Novembre Matteo" userId="437dbab0-cd7d-4665-9647-10d1fd490981" providerId="ADAL" clId="{71D4A954-A407-45A0-88CF-ADD9232790EB}" dt="2026-02-02T10:20:30.303" v="9" actId="1076"/>
        <pc:sldMkLst>
          <pc:docMk/>
          <pc:sldMk cId="0" sldId="260"/>
        </pc:sldMkLst>
      </pc:sldChg>
      <pc:sldChg chg="modSp mod">
        <pc:chgData name="Novembre Matteo" userId="437dbab0-cd7d-4665-9647-10d1fd490981" providerId="ADAL" clId="{71D4A954-A407-45A0-88CF-ADD9232790EB}" dt="2026-02-02T11:56:28.183" v="202" actId="1076"/>
        <pc:sldMkLst>
          <pc:docMk/>
          <pc:sldMk cId="0" sldId="262"/>
        </pc:sldMkLst>
      </pc:sldChg>
      <pc:sldChg chg="addSp delSp modSp mod">
        <pc:chgData name="Novembre Matteo" userId="437dbab0-cd7d-4665-9647-10d1fd490981" providerId="ADAL" clId="{71D4A954-A407-45A0-88CF-ADD9232790EB}" dt="2026-02-02T10:21:09.991" v="15" actId="1076"/>
        <pc:sldMkLst>
          <pc:docMk/>
          <pc:sldMk cId="0" sldId="263"/>
        </pc:sldMkLst>
      </pc:sldChg>
      <pc:sldChg chg="addSp delSp modSp mod">
        <pc:chgData name="Novembre Matteo" userId="437dbab0-cd7d-4665-9647-10d1fd490981" providerId="ADAL" clId="{71D4A954-A407-45A0-88CF-ADD9232790EB}" dt="2026-02-02T10:21:59.762" v="21" actId="14100"/>
        <pc:sldMkLst>
          <pc:docMk/>
          <pc:sldMk cId="0" sldId="264"/>
        </pc:sldMkLst>
      </pc:sldChg>
      <pc:sldChg chg="addSp delSp modSp mod">
        <pc:chgData name="Novembre Matteo" userId="437dbab0-cd7d-4665-9647-10d1fd490981" providerId="ADAL" clId="{71D4A954-A407-45A0-88CF-ADD9232790EB}" dt="2026-02-02T10:22:38.463" v="28" actId="1076"/>
        <pc:sldMkLst>
          <pc:docMk/>
          <pc:sldMk cId="0" sldId="266"/>
        </pc:sldMkLst>
      </pc:sldChg>
      <pc:sldChg chg="addSp delSp modSp mod modAnim">
        <pc:chgData name="Novembre Matteo" userId="437dbab0-cd7d-4665-9647-10d1fd490981" providerId="ADAL" clId="{71D4A954-A407-45A0-88CF-ADD9232790EB}" dt="2026-02-02T10:24:05.079" v="43" actId="14100"/>
        <pc:sldMkLst>
          <pc:docMk/>
          <pc:sldMk cId="0" sldId="268"/>
        </pc:sldMkLst>
      </pc:sldChg>
      <pc:sldChg chg="modSp mod">
        <pc:chgData name="Novembre Matteo" userId="437dbab0-cd7d-4665-9647-10d1fd490981" providerId="ADAL" clId="{71D4A954-A407-45A0-88CF-ADD9232790EB}" dt="2026-02-02T10:25:22.072" v="49" actId="1076"/>
        <pc:sldMkLst>
          <pc:docMk/>
          <pc:sldMk cId="0" sldId="270"/>
        </pc:sldMkLst>
      </pc:sldChg>
      <pc:sldChg chg="addSp delSp modSp mod">
        <pc:chgData name="Novembre Matteo" userId="437dbab0-cd7d-4665-9647-10d1fd490981" providerId="ADAL" clId="{71D4A954-A407-45A0-88CF-ADD9232790EB}" dt="2026-02-02T10:25:49.648" v="53" actId="14100"/>
        <pc:sldMkLst>
          <pc:docMk/>
          <pc:sldMk cId="0" sldId="271"/>
        </pc:sldMkLst>
      </pc:sldChg>
      <pc:sldChg chg="addSp delSp modSp mod">
        <pc:chgData name="Novembre Matteo" userId="437dbab0-cd7d-4665-9647-10d1fd490981" providerId="ADAL" clId="{71D4A954-A407-45A0-88CF-ADD9232790EB}" dt="2026-02-02T11:58:00.360" v="213" actId="1076"/>
        <pc:sldMkLst>
          <pc:docMk/>
          <pc:sldMk cId="0" sldId="272"/>
        </pc:sldMkLst>
      </pc:sldChg>
      <pc:sldChg chg="addSp delSp modSp mod modAnim">
        <pc:chgData name="Novembre Matteo" userId="437dbab0-cd7d-4665-9647-10d1fd490981" providerId="ADAL" clId="{71D4A954-A407-45A0-88CF-ADD9232790EB}" dt="2026-02-02T10:31:05.929" v="72"/>
        <pc:sldMkLst>
          <pc:docMk/>
          <pc:sldMk cId="0" sldId="273"/>
        </pc:sldMkLst>
        <pc:spChg chg="add mod">
          <ac:chgData name="Novembre Matteo" userId="437dbab0-cd7d-4665-9647-10d1fd490981" providerId="ADAL" clId="{71D4A954-A407-45A0-88CF-ADD9232790EB}" dt="2026-02-02T10:30:41.336" v="64" actId="1076"/>
          <ac:spMkLst>
            <pc:docMk/>
            <pc:sldMk cId="0" sldId="273"/>
            <ac:spMk id="26" creationId="{198C4729-6E8B-75D3-A156-B66DD1F3287B}"/>
          </ac:spMkLst>
        </pc:spChg>
        <pc:spChg chg="add mod">
          <ac:chgData name="Novembre Matteo" userId="437dbab0-cd7d-4665-9647-10d1fd490981" providerId="ADAL" clId="{71D4A954-A407-45A0-88CF-ADD9232790EB}" dt="2026-02-02T10:30:41.336" v="64" actId="1076"/>
          <ac:spMkLst>
            <pc:docMk/>
            <pc:sldMk cId="0" sldId="273"/>
            <ac:spMk id="27" creationId="{D8E58004-46FD-3995-81B2-95955B40E2E5}"/>
          </ac:spMkLst>
        </pc:spChg>
        <pc:spChg chg="add mod">
          <ac:chgData name="Novembre Matteo" userId="437dbab0-cd7d-4665-9647-10d1fd490981" providerId="ADAL" clId="{71D4A954-A407-45A0-88CF-ADD9232790EB}" dt="2026-02-02T10:30:47.887" v="66" actId="1076"/>
          <ac:spMkLst>
            <pc:docMk/>
            <pc:sldMk cId="0" sldId="273"/>
            <ac:spMk id="28" creationId="{90815FBE-223E-243A-7AB8-731106203BF7}"/>
          </ac:spMkLst>
        </pc:spChg>
        <pc:picChg chg="mod">
          <ac:chgData name="Novembre Matteo" userId="437dbab0-cd7d-4665-9647-10d1fd490981" providerId="ADAL" clId="{71D4A954-A407-45A0-88CF-ADD9232790EB}" dt="2026-02-02T10:31:02.607" v="71" actId="14100"/>
          <ac:picMkLst>
            <pc:docMk/>
            <pc:sldMk cId="0" sldId="273"/>
            <ac:picMk id="13" creationId="{00000000-0000-0000-0000-000000000000}"/>
          </ac:picMkLst>
        </pc:picChg>
      </pc:sldChg>
      <pc:sldChg chg="delSp mod">
        <pc:chgData name="Novembre Matteo" userId="437dbab0-cd7d-4665-9647-10d1fd490981" providerId="ADAL" clId="{71D4A954-A407-45A0-88CF-ADD9232790EB}" dt="2026-02-02T10:32:06.045" v="79" actId="478"/>
        <pc:sldMkLst>
          <pc:docMk/>
          <pc:sldMk cId="0" sldId="282"/>
        </pc:sldMkLst>
      </pc:sldChg>
      <pc:sldChg chg="modSp mod">
        <pc:chgData name="Novembre Matteo" userId="437dbab0-cd7d-4665-9647-10d1fd490981" providerId="ADAL" clId="{71D4A954-A407-45A0-88CF-ADD9232790EB}" dt="2026-02-02T10:47:35.449" v="176" actId="1076"/>
        <pc:sldMkLst>
          <pc:docMk/>
          <pc:sldMk cId="0" sldId="287"/>
        </pc:sldMkLst>
        <pc:spChg chg="mod">
          <ac:chgData name="Novembre Matteo" userId="437dbab0-cd7d-4665-9647-10d1fd490981" providerId="ADAL" clId="{71D4A954-A407-45A0-88CF-ADD9232790EB}" dt="2026-02-02T10:47:25.629" v="174" actId="1076"/>
          <ac:spMkLst>
            <pc:docMk/>
            <pc:sldMk cId="0" sldId="287"/>
            <ac:spMk id="10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0:47:25.629" v="174" actId="1076"/>
          <ac:spMkLst>
            <pc:docMk/>
            <pc:sldMk cId="0" sldId="287"/>
            <ac:spMk id="11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0:47:25.629" v="174" actId="1076"/>
          <ac:spMkLst>
            <pc:docMk/>
            <pc:sldMk cId="0" sldId="287"/>
            <ac:spMk id="13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0:47:25.629" v="174" actId="1076"/>
          <ac:spMkLst>
            <pc:docMk/>
            <pc:sldMk cId="0" sldId="287"/>
            <ac:spMk id="14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0:47:30.032" v="175" actId="1076"/>
          <ac:spMkLst>
            <pc:docMk/>
            <pc:sldMk cId="0" sldId="287"/>
            <ac:spMk id="15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0:47:30.032" v="175" actId="1076"/>
          <ac:spMkLst>
            <pc:docMk/>
            <pc:sldMk cId="0" sldId="287"/>
            <ac:spMk id="16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0:47:30.032" v="175" actId="1076"/>
          <ac:spMkLst>
            <pc:docMk/>
            <pc:sldMk cId="0" sldId="287"/>
            <ac:spMk id="18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0:47:30.032" v="175" actId="1076"/>
          <ac:spMkLst>
            <pc:docMk/>
            <pc:sldMk cId="0" sldId="287"/>
            <ac:spMk id="19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0:47:35.449" v="176" actId="1076"/>
          <ac:spMkLst>
            <pc:docMk/>
            <pc:sldMk cId="0" sldId="287"/>
            <ac:spMk id="20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0:47:35.449" v="176" actId="1076"/>
          <ac:spMkLst>
            <pc:docMk/>
            <pc:sldMk cId="0" sldId="287"/>
            <ac:spMk id="21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0:47:35.449" v="176" actId="1076"/>
          <ac:spMkLst>
            <pc:docMk/>
            <pc:sldMk cId="0" sldId="287"/>
            <ac:spMk id="23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0:47:35.449" v="176" actId="1076"/>
          <ac:spMkLst>
            <pc:docMk/>
            <pc:sldMk cId="0" sldId="287"/>
            <ac:spMk id="24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0:47:11.447" v="171" actId="1076"/>
          <ac:spMkLst>
            <pc:docMk/>
            <pc:sldMk cId="0" sldId="287"/>
            <ac:spMk id="26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0:47:09.439" v="170" actId="1076"/>
          <ac:spMkLst>
            <pc:docMk/>
            <pc:sldMk cId="0" sldId="287"/>
            <ac:spMk id="37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0:47:09.439" v="170" actId="1076"/>
          <ac:spMkLst>
            <pc:docMk/>
            <pc:sldMk cId="0" sldId="287"/>
            <ac:spMk id="39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0:47:09.439" v="170" actId="1076"/>
          <ac:spMkLst>
            <pc:docMk/>
            <pc:sldMk cId="0" sldId="287"/>
            <ac:spMk id="43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0:47:09.439" v="170" actId="1076"/>
          <ac:spMkLst>
            <pc:docMk/>
            <pc:sldMk cId="0" sldId="287"/>
            <ac:spMk id="50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0:47:09.439" v="170" actId="1076"/>
          <ac:spMkLst>
            <pc:docMk/>
            <pc:sldMk cId="0" sldId="287"/>
            <ac:spMk id="55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0:47:09.439" v="170" actId="1076"/>
          <ac:spMkLst>
            <pc:docMk/>
            <pc:sldMk cId="0" sldId="287"/>
            <ac:spMk id="57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0:47:09.439" v="170" actId="1076"/>
          <ac:spMkLst>
            <pc:docMk/>
            <pc:sldMk cId="0" sldId="287"/>
            <ac:spMk id="61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0:47:09.439" v="170" actId="1076"/>
          <ac:spMkLst>
            <pc:docMk/>
            <pc:sldMk cId="0" sldId="287"/>
            <ac:spMk id="62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0:47:09.439" v="170" actId="1076"/>
          <ac:spMkLst>
            <pc:docMk/>
            <pc:sldMk cId="0" sldId="287"/>
            <ac:spMk id="69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0:47:09.439" v="170" actId="1076"/>
          <ac:spMkLst>
            <pc:docMk/>
            <pc:sldMk cId="0" sldId="287"/>
            <ac:spMk id="70" creationId="{00000000-0000-0000-0000-000000000000}"/>
          </ac:spMkLst>
        </pc:spChg>
        <pc:picChg chg="mod">
          <ac:chgData name="Novembre Matteo" userId="437dbab0-cd7d-4665-9647-10d1fd490981" providerId="ADAL" clId="{71D4A954-A407-45A0-88CF-ADD9232790EB}" dt="2026-02-02T10:47:25.629" v="174" actId="1076"/>
          <ac:picMkLst>
            <pc:docMk/>
            <pc:sldMk cId="0" sldId="287"/>
            <ac:picMk id="12" creationId="{00000000-0000-0000-0000-000000000000}"/>
          </ac:picMkLst>
        </pc:picChg>
        <pc:picChg chg="mod">
          <ac:chgData name="Novembre Matteo" userId="437dbab0-cd7d-4665-9647-10d1fd490981" providerId="ADAL" clId="{71D4A954-A407-45A0-88CF-ADD9232790EB}" dt="2026-02-02T10:47:30.032" v="175" actId="1076"/>
          <ac:picMkLst>
            <pc:docMk/>
            <pc:sldMk cId="0" sldId="287"/>
            <ac:picMk id="17" creationId="{00000000-0000-0000-0000-000000000000}"/>
          </ac:picMkLst>
        </pc:picChg>
        <pc:picChg chg="mod">
          <ac:chgData name="Novembre Matteo" userId="437dbab0-cd7d-4665-9647-10d1fd490981" providerId="ADAL" clId="{71D4A954-A407-45A0-88CF-ADD9232790EB}" dt="2026-02-02T10:47:35.449" v="176" actId="1076"/>
          <ac:picMkLst>
            <pc:docMk/>
            <pc:sldMk cId="0" sldId="287"/>
            <ac:picMk id="22" creationId="{00000000-0000-0000-0000-000000000000}"/>
          </ac:picMkLst>
        </pc:picChg>
      </pc:sldChg>
      <pc:sldChg chg="addSp delSp modSp mod">
        <pc:chgData name="Novembre Matteo" userId="437dbab0-cd7d-4665-9647-10d1fd490981" providerId="ADAL" clId="{71D4A954-A407-45A0-88CF-ADD9232790EB}" dt="2026-02-02T10:34:02.688" v="91" actId="14100"/>
        <pc:sldMkLst>
          <pc:docMk/>
          <pc:sldMk cId="0" sldId="290"/>
        </pc:sldMkLst>
        <pc:picChg chg="add mod">
          <ac:chgData name="Novembre Matteo" userId="437dbab0-cd7d-4665-9647-10d1fd490981" providerId="ADAL" clId="{71D4A954-A407-45A0-88CF-ADD9232790EB}" dt="2026-02-02T10:34:02.688" v="91" actId="14100"/>
          <ac:picMkLst>
            <pc:docMk/>
            <pc:sldMk cId="0" sldId="290"/>
            <ac:picMk id="79" creationId="{AE487DA2-D1E7-C935-697F-1B5D26E01B36}"/>
          </ac:picMkLst>
        </pc:picChg>
      </pc:sldChg>
      <pc:sldChg chg="addSp delSp modSp mod">
        <pc:chgData name="Novembre Matteo" userId="437dbab0-cd7d-4665-9647-10d1fd490981" providerId="ADAL" clId="{71D4A954-A407-45A0-88CF-ADD9232790EB}" dt="2026-02-02T10:34:32.927" v="97" actId="1076"/>
        <pc:sldMkLst>
          <pc:docMk/>
          <pc:sldMk cId="0" sldId="292"/>
        </pc:sldMkLst>
        <pc:picChg chg="add mod">
          <ac:chgData name="Novembre Matteo" userId="437dbab0-cd7d-4665-9647-10d1fd490981" providerId="ADAL" clId="{71D4A954-A407-45A0-88CF-ADD9232790EB}" dt="2026-02-02T10:34:32.927" v="97" actId="1076"/>
          <ac:picMkLst>
            <pc:docMk/>
            <pc:sldMk cId="0" sldId="292"/>
            <ac:picMk id="81" creationId="{3B7EAA6D-53B3-A159-86C2-ADB024ED10AA}"/>
          </ac:picMkLst>
        </pc:picChg>
      </pc:sldChg>
      <pc:sldChg chg="addSp delSp modSp mod">
        <pc:chgData name="Novembre Matteo" userId="437dbab0-cd7d-4665-9647-10d1fd490981" providerId="ADAL" clId="{71D4A954-A407-45A0-88CF-ADD9232790EB}" dt="2026-02-02T10:35:15.143" v="102" actId="1076"/>
        <pc:sldMkLst>
          <pc:docMk/>
          <pc:sldMk cId="0" sldId="295"/>
        </pc:sldMkLst>
        <pc:picChg chg="add mod">
          <ac:chgData name="Novembre Matteo" userId="437dbab0-cd7d-4665-9647-10d1fd490981" providerId="ADAL" clId="{71D4A954-A407-45A0-88CF-ADD9232790EB}" dt="2026-02-02T10:35:15.143" v="102" actId="1076"/>
          <ac:picMkLst>
            <pc:docMk/>
            <pc:sldMk cId="0" sldId="295"/>
            <ac:picMk id="72" creationId="{578D4B78-0C7E-5BA1-8D92-3ECA39D63DEE}"/>
          </ac:picMkLst>
        </pc:picChg>
      </pc:sldChg>
      <pc:sldChg chg="addSp delSp modSp mod">
        <pc:chgData name="Novembre Matteo" userId="437dbab0-cd7d-4665-9647-10d1fd490981" providerId="ADAL" clId="{71D4A954-A407-45A0-88CF-ADD9232790EB}" dt="2026-02-02T10:35:50.839" v="108" actId="1076"/>
        <pc:sldMkLst>
          <pc:docMk/>
          <pc:sldMk cId="0" sldId="298"/>
        </pc:sldMkLst>
        <pc:picChg chg="add mod">
          <ac:chgData name="Novembre Matteo" userId="437dbab0-cd7d-4665-9647-10d1fd490981" providerId="ADAL" clId="{71D4A954-A407-45A0-88CF-ADD9232790EB}" dt="2026-02-02T10:35:50.839" v="108" actId="1076"/>
          <ac:picMkLst>
            <pc:docMk/>
            <pc:sldMk cId="0" sldId="298"/>
            <ac:picMk id="72" creationId="{0629DF6E-B3A7-F424-3C01-85584BADD05D}"/>
          </ac:picMkLst>
        </pc:picChg>
      </pc:sldChg>
      <pc:sldChg chg="addSp delSp modSp mod modAnim">
        <pc:chgData name="Novembre Matteo" userId="437dbab0-cd7d-4665-9647-10d1fd490981" providerId="ADAL" clId="{71D4A954-A407-45A0-88CF-ADD9232790EB}" dt="2026-02-02T10:42:28.304" v="146" actId="1076"/>
        <pc:sldMkLst>
          <pc:docMk/>
          <pc:sldMk cId="0" sldId="300"/>
        </pc:sldMkLst>
        <pc:spChg chg="mod">
          <ac:chgData name="Novembre Matteo" userId="437dbab0-cd7d-4665-9647-10d1fd490981" providerId="ADAL" clId="{71D4A954-A407-45A0-88CF-ADD9232790EB}" dt="2026-02-02T10:42:06.977" v="139" actId="113"/>
          <ac:spMkLst>
            <pc:docMk/>
            <pc:sldMk cId="0" sldId="300"/>
            <ac:spMk id="25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0:42:10.872" v="141" actId="113"/>
          <ac:spMkLst>
            <pc:docMk/>
            <pc:sldMk cId="0" sldId="300"/>
            <ac:spMk id="31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0:42:14.512" v="143" actId="113"/>
          <ac:spMkLst>
            <pc:docMk/>
            <pc:sldMk cId="0" sldId="300"/>
            <ac:spMk id="49" creationId="{00000000-0000-0000-0000-000000000000}"/>
          </ac:spMkLst>
        </pc:spChg>
        <pc:spChg chg="add mod">
          <ac:chgData name="Novembre Matteo" userId="437dbab0-cd7d-4665-9647-10d1fd490981" providerId="ADAL" clId="{71D4A954-A407-45A0-88CF-ADD9232790EB}" dt="2026-02-02T10:40:23" v="117" actId="1076"/>
          <ac:spMkLst>
            <pc:docMk/>
            <pc:sldMk cId="0" sldId="300"/>
            <ac:spMk id="61" creationId="{6D4EAFFD-5BF7-452E-6A9C-F8BC4234A680}"/>
          </ac:spMkLst>
        </pc:spChg>
        <pc:spChg chg="add mod">
          <ac:chgData name="Novembre Matteo" userId="437dbab0-cd7d-4665-9647-10d1fd490981" providerId="ADAL" clId="{71D4A954-A407-45A0-88CF-ADD9232790EB}" dt="2026-02-02T10:40:23" v="117" actId="1076"/>
          <ac:spMkLst>
            <pc:docMk/>
            <pc:sldMk cId="0" sldId="300"/>
            <ac:spMk id="62" creationId="{71759ECE-6EC0-7BF8-89C9-2275591C65A2}"/>
          </ac:spMkLst>
        </pc:spChg>
        <pc:spChg chg="add mod">
          <ac:chgData name="Novembre Matteo" userId="437dbab0-cd7d-4665-9647-10d1fd490981" providerId="ADAL" clId="{71D4A954-A407-45A0-88CF-ADD9232790EB}" dt="2026-02-02T10:40:43.472" v="119" actId="1076"/>
          <ac:spMkLst>
            <pc:docMk/>
            <pc:sldMk cId="0" sldId="300"/>
            <ac:spMk id="63" creationId="{EDFC03F4-9255-D990-ECB3-084BA00EFFFA}"/>
          </ac:spMkLst>
        </pc:spChg>
        <pc:spChg chg="add mod">
          <ac:chgData name="Novembre Matteo" userId="437dbab0-cd7d-4665-9647-10d1fd490981" providerId="ADAL" clId="{71D4A954-A407-45A0-88CF-ADD9232790EB}" dt="2026-02-02T10:40:43.472" v="119" actId="1076"/>
          <ac:spMkLst>
            <pc:docMk/>
            <pc:sldMk cId="0" sldId="300"/>
            <ac:spMk id="64" creationId="{F238C060-EA41-0E76-CEFC-628AA9EBE78E}"/>
          </ac:spMkLst>
        </pc:spChg>
        <pc:spChg chg="add mod">
          <ac:chgData name="Novembre Matteo" userId="437dbab0-cd7d-4665-9647-10d1fd490981" providerId="ADAL" clId="{71D4A954-A407-45A0-88CF-ADD9232790EB}" dt="2026-02-02T10:40:53.656" v="121" actId="1076"/>
          <ac:spMkLst>
            <pc:docMk/>
            <pc:sldMk cId="0" sldId="300"/>
            <ac:spMk id="65" creationId="{35D64BFC-D9BF-A1A7-4470-B3022E888EE7}"/>
          </ac:spMkLst>
        </pc:spChg>
        <pc:spChg chg="add mod">
          <ac:chgData name="Novembre Matteo" userId="437dbab0-cd7d-4665-9647-10d1fd490981" providerId="ADAL" clId="{71D4A954-A407-45A0-88CF-ADD9232790EB}" dt="2026-02-02T10:40:53.656" v="121" actId="1076"/>
          <ac:spMkLst>
            <pc:docMk/>
            <pc:sldMk cId="0" sldId="300"/>
            <ac:spMk id="66" creationId="{2D7931A6-E2AE-EAFE-F909-E8D7484A4199}"/>
          </ac:spMkLst>
        </pc:spChg>
        <pc:spChg chg="add mod">
          <ac:chgData name="Novembre Matteo" userId="437dbab0-cd7d-4665-9647-10d1fd490981" providerId="ADAL" clId="{71D4A954-A407-45A0-88CF-ADD9232790EB}" dt="2026-02-02T10:42:21.392" v="144" actId="1076"/>
          <ac:spMkLst>
            <pc:docMk/>
            <pc:sldMk cId="0" sldId="300"/>
            <ac:spMk id="67" creationId="{0FA42C27-8B92-EC64-E6B1-2DA72D95B44A}"/>
          </ac:spMkLst>
        </pc:spChg>
        <pc:spChg chg="add mod">
          <ac:chgData name="Novembre Matteo" userId="437dbab0-cd7d-4665-9647-10d1fd490981" providerId="ADAL" clId="{71D4A954-A407-45A0-88CF-ADD9232790EB}" dt="2026-02-02T10:42:24.575" v="145" actId="1076"/>
          <ac:spMkLst>
            <pc:docMk/>
            <pc:sldMk cId="0" sldId="300"/>
            <ac:spMk id="68" creationId="{B0C132DE-7CE8-25E2-FB57-236D4EBC38FB}"/>
          </ac:spMkLst>
        </pc:spChg>
        <pc:spChg chg="add mod">
          <ac:chgData name="Novembre Matteo" userId="437dbab0-cd7d-4665-9647-10d1fd490981" providerId="ADAL" clId="{71D4A954-A407-45A0-88CF-ADD9232790EB}" dt="2026-02-02T10:42:28.304" v="146" actId="1076"/>
          <ac:spMkLst>
            <pc:docMk/>
            <pc:sldMk cId="0" sldId="300"/>
            <ac:spMk id="69" creationId="{E91D8A9F-A487-1C00-CAB1-EDBB1C8F895A}"/>
          </ac:spMkLst>
        </pc:spChg>
      </pc:sldChg>
      <pc:sldChg chg="addSp delSp modSp mod">
        <pc:chgData name="Novembre Matteo" userId="437dbab0-cd7d-4665-9647-10d1fd490981" providerId="ADAL" clId="{71D4A954-A407-45A0-88CF-ADD9232790EB}" dt="2026-02-02T10:43:26.095" v="152" actId="1076"/>
        <pc:sldMkLst>
          <pc:docMk/>
          <pc:sldMk cId="0" sldId="306"/>
        </pc:sldMkLst>
        <pc:picChg chg="add mod">
          <ac:chgData name="Novembre Matteo" userId="437dbab0-cd7d-4665-9647-10d1fd490981" providerId="ADAL" clId="{71D4A954-A407-45A0-88CF-ADD9232790EB}" dt="2026-02-02T10:43:26.095" v="152" actId="1076"/>
          <ac:picMkLst>
            <pc:docMk/>
            <pc:sldMk cId="0" sldId="306"/>
            <ac:picMk id="84" creationId="{7895BAE3-3412-4A93-C4D5-657D7717C16C}"/>
          </ac:picMkLst>
        </pc:picChg>
      </pc:sldChg>
      <pc:sldChg chg="addSp delSp modSp mod">
        <pc:chgData name="Novembre Matteo" userId="437dbab0-cd7d-4665-9647-10d1fd490981" providerId="ADAL" clId="{71D4A954-A407-45A0-88CF-ADD9232790EB}" dt="2026-02-02T10:44:00.431" v="157" actId="1076"/>
        <pc:sldMkLst>
          <pc:docMk/>
          <pc:sldMk cId="0" sldId="307"/>
        </pc:sldMkLst>
        <pc:picChg chg="add mod">
          <ac:chgData name="Novembre Matteo" userId="437dbab0-cd7d-4665-9647-10d1fd490981" providerId="ADAL" clId="{71D4A954-A407-45A0-88CF-ADD9232790EB}" dt="2026-02-02T10:44:00.431" v="157" actId="1076"/>
          <ac:picMkLst>
            <pc:docMk/>
            <pc:sldMk cId="0" sldId="307"/>
            <ac:picMk id="99" creationId="{551D57AF-FF06-5AB4-A27B-AEE90E060DE2}"/>
          </ac:picMkLst>
        </pc:picChg>
      </pc:sldChg>
      <pc:sldChg chg="addSp delSp modSp del mod">
        <pc:chgData name="Novembre Matteo" userId="437dbab0-cd7d-4665-9647-10d1fd490981" providerId="ADAL" clId="{71D4A954-A407-45A0-88CF-ADD9232790EB}" dt="2026-02-02T11:52:27.809" v="181" actId="47"/>
        <pc:sldMkLst>
          <pc:docMk/>
          <pc:sldMk cId="0" sldId="308"/>
        </pc:sldMkLst>
      </pc:sldChg>
      <pc:sldChg chg="addSp delSp modSp del mod">
        <pc:chgData name="Novembre Matteo" userId="437dbab0-cd7d-4665-9647-10d1fd490981" providerId="ADAL" clId="{71D4A954-A407-45A0-88CF-ADD9232790EB}" dt="2026-02-02T11:52:27.809" v="181" actId="47"/>
        <pc:sldMkLst>
          <pc:docMk/>
          <pc:sldMk cId="0" sldId="309"/>
        </pc:sldMkLst>
      </pc:sldChg>
      <pc:sldChg chg="modSp mod">
        <pc:chgData name="Novembre Matteo" userId="437dbab0-cd7d-4665-9647-10d1fd490981" providerId="ADAL" clId="{71D4A954-A407-45A0-88CF-ADD9232790EB}" dt="2026-02-02T11:50:14.655" v="180" actId="1076"/>
        <pc:sldMkLst>
          <pc:docMk/>
          <pc:sldMk cId="0" sldId="310"/>
        </pc:sldMkLst>
        <pc:spChg chg="mod">
          <ac:chgData name="Novembre Matteo" userId="437dbab0-cd7d-4665-9647-10d1fd490981" providerId="ADAL" clId="{71D4A954-A407-45A0-88CF-ADD9232790EB}" dt="2026-02-02T10:45:24.197" v="169" actId="1076"/>
          <ac:spMkLst>
            <pc:docMk/>
            <pc:sldMk cId="0" sldId="310"/>
            <ac:spMk id="31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0:45:24.197" v="169" actId="1076"/>
          <ac:spMkLst>
            <pc:docMk/>
            <pc:sldMk cId="0" sldId="310"/>
            <ac:spMk id="33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0:45:24.197" v="169" actId="1076"/>
          <ac:spMkLst>
            <pc:docMk/>
            <pc:sldMk cId="0" sldId="310"/>
            <ac:spMk id="35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1:50:02.263" v="177" actId="1076"/>
          <ac:spMkLst>
            <pc:docMk/>
            <pc:sldMk cId="0" sldId="310"/>
            <ac:spMk id="52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1:50:14.655" v="180" actId="1076"/>
          <ac:spMkLst>
            <pc:docMk/>
            <pc:sldMk cId="0" sldId="310"/>
            <ac:spMk id="55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1:50:08.527" v="179" actId="1076"/>
          <ac:spMkLst>
            <pc:docMk/>
            <pc:sldMk cId="0" sldId="310"/>
            <ac:spMk id="58" creationId="{00000000-0000-0000-0000-000000000000}"/>
          </ac:spMkLst>
        </pc:spChg>
      </pc:sldChg>
      <pc:sldChg chg="addSp delSp modSp add mod">
        <pc:chgData name="Novembre Matteo" userId="437dbab0-cd7d-4665-9647-10d1fd490981" providerId="ADAL" clId="{71D4A954-A407-45A0-88CF-ADD9232790EB}" dt="2026-02-02T10:32:53.105" v="84" actId="1076"/>
        <pc:sldMkLst>
          <pc:docMk/>
          <pc:sldMk cId="1119716567" sldId="311"/>
        </pc:sldMkLst>
        <pc:spChg chg="mod">
          <ac:chgData name="Novembre Matteo" userId="437dbab0-cd7d-4665-9647-10d1fd490981" providerId="ADAL" clId="{71D4A954-A407-45A0-88CF-ADD9232790EB}" dt="2026-02-02T10:32:53.105" v="84" actId="1076"/>
          <ac:spMkLst>
            <pc:docMk/>
            <pc:sldMk cId="1119716567" sldId="311"/>
            <ac:spMk id="64" creationId="{FD6587F1-AE2B-5BBF-61E9-9EAAE380A44F}"/>
          </ac:spMkLst>
        </pc:spChg>
        <pc:spChg chg="mod">
          <ac:chgData name="Novembre Matteo" userId="437dbab0-cd7d-4665-9647-10d1fd490981" providerId="ADAL" clId="{71D4A954-A407-45A0-88CF-ADD9232790EB}" dt="2026-02-02T10:32:53.105" v="84" actId="1076"/>
          <ac:spMkLst>
            <pc:docMk/>
            <pc:sldMk cId="1119716567" sldId="311"/>
            <ac:spMk id="65" creationId="{16F3469C-3B16-3377-426D-50FA7DD52256}"/>
          </ac:spMkLst>
        </pc:spChg>
        <pc:spChg chg="mod">
          <ac:chgData name="Novembre Matteo" userId="437dbab0-cd7d-4665-9647-10d1fd490981" providerId="ADAL" clId="{71D4A954-A407-45A0-88CF-ADD9232790EB}" dt="2026-02-02T10:32:53.105" v="84" actId="1076"/>
          <ac:spMkLst>
            <pc:docMk/>
            <pc:sldMk cId="1119716567" sldId="311"/>
            <ac:spMk id="67" creationId="{20C013C4-1D99-D483-A436-311EDAA46E3B}"/>
          </ac:spMkLst>
        </pc:spChg>
        <pc:spChg chg="mod">
          <ac:chgData name="Novembre Matteo" userId="437dbab0-cd7d-4665-9647-10d1fd490981" providerId="ADAL" clId="{71D4A954-A407-45A0-88CF-ADD9232790EB}" dt="2026-02-02T10:32:53.105" v="84" actId="1076"/>
          <ac:spMkLst>
            <pc:docMk/>
            <pc:sldMk cId="1119716567" sldId="311"/>
            <ac:spMk id="69" creationId="{CF76F511-2EE3-A10D-0816-E22DEFFB15D0}"/>
          </ac:spMkLst>
        </pc:spChg>
        <pc:spChg chg="mod">
          <ac:chgData name="Novembre Matteo" userId="437dbab0-cd7d-4665-9647-10d1fd490981" providerId="ADAL" clId="{71D4A954-A407-45A0-88CF-ADD9232790EB}" dt="2026-02-02T10:32:53.105" v="84" actId="1076"/>
          <ac:spMkLst>
            <pc:docMk/>
            <pc:sldMk cId="1119716567" sldId="311"/>
            <ac:spMk id="71" creationId="{57305762-9FC3-01DB-8891-3BA6AF099E53}"/>
          </ac:spMkLst>
        </pc:spChg>
        <pc:spChg chg="mod">
          <ac:chgData name="Novembre Matteo" userId="437dbab0-cd7d-4665-9647-10d1fd490981" providerId="ADAL" clId="{71D4A954-A407-45A0-88CF-ADD9232790EB}" dt="2026-02-02T10:32:53.105" v="84" actId="1076"/>
          <ac:spMkLst>
            <pc:docMk/>
            <pc:sldMk cId="1119716567" sldId="311"/>
            <ac:spMk id="73" creationId="{D9ACC35A-1BBF-7AD9-9B96-9AF289B98AD9}"/>
          </ac:spMkLst>
        </pc:spChg>
        <pc:spChg chg="mod">
          <ac:chgData name="Novembre Matteo" userId="437dbab0-cd7d-4665-9647-10d1fd490981" providerId="ADAL" clId="{71D4A954-A407-45A0-88CF-ADD9232790EB}" dt="2026-02-02T10:32:53.105" v="84" actId="1076"/>
          <ac:spMkLst>
            <pc:docMk/>
            <pc:sldMk cId="1119716567" sldId="311"/>
            <ac:spMk id="75" creationId="{F7BB650A-D85D-3D9B-D281-ECA97E37942F}"/>
          </ac:spMkLst>
        </pc:spChg>
        <pc:spChg chg="mod">
          <ac:chgData name="Novembre Matteo" userId="437dbab0-cd7d-4665-9647-10d1fd490981" providerId="ADAL" clId="{71D4A954-A407-45A0-88CF-ADD9232790EB}" dt="2026-02-02T10:32:53.105" v="84" actId="1076"/>
          <ac:spMkLst>
            <pc:docMk/>
            <pc:sldMk cId="1119716567" sldId="311"/>
            <ac:spMk id="77" creationId="{4C5E8E88-8801-4E06-B935-69012A4DE1F0}"/>
          </ac:spMkLst>
        </pc:spChg>
        <pc:spChg chg="mod">
          <ac:chgData name="Novembre Matteo" userId="437dbab0-cd7d-4665-9647-10d1fd490981" providerId="ADAL" clId="{71D4A954-A407-45A0-88CF-ADD9232790EB}" dt="2026-02-02T10:32:53.105" v="84" actId="1076"/>
          <ac:spMkLst>
            <pc:docMk/>
            <pc:sldMk cId="1119716567" sldId="311"/>
            <ac:spMk id="79" creationId="{52878DFD-0C5B-067F-4783-A1BE3AEBD659}"/>
          </ac:spMkLst>
        </pc:spChg>
        <pc:spChg chg="mod">
          <ac:chgData name="Novembre Matteo" userId="437dbab0-cd7d-4665-9647-10d1fd490981" providerId="ADAL" clId="{71D4A954-A407-45A0-88CF-ADD9232790EB}" dt="2026-02-02T10:32:53.105" v="84" actId="1076"/>
          <ac:spMkLst>
            <pc:docMk/>
            <pc:sldMk cId="1119716567" sldId="311"/>
            <ac:spMk id="81" creationId="{058041A4-4DB5-1A01-1A05-C3B9B53FD1C2}"/>
          </ac:spMkLst>
        </pc:spChg>
        <pc:spChg chg="add mod">
          <ac:chgData name="Novembre Matteo" userId="437dbab0-cd7d-4665-9647-10d1fd490981" providerId="ADAL" clId="{71D4A954-A407-45A0-88CF-ADD9232790EB}" dt="2026-02-02T10:32:38.504" v="83" actId="1076"/>
          <ac:spMkLst>
            <pc:docMk/>
            <pc:sldMk cId="1119716567" sldId="311"/>
            <ac:spMk id="82" creationId="{68CA3ACE-B79A-395D-039E-B8C2E6763067}"/>
          </ac:spMkLst>
        </pc:spChg>
      </pc:sldChg>
      <pc:sldChg chg="modSp mod">
        <pc:chgData name="Novembre Matteo" userId="437dbab0-cd7d-4665-9647-10d1fd490981" providerId="ADAL" clId="{71D4A954-A407-45A0-88CF-ADD9232790EB}" dt="2026-02-02T11:59:32.089" v="214" actId="14100"/>
        <pc:sldMkLst>
          <pc:docMk/>
          <pc:sldMk cId="0" sldId="312"/>
        </pc:sldMkLst>
        <pc:picChg chg="mod">
          <ac:chgData name="Novembre Matteo" userId="437dbab0-cd7d-4665-9647-10d1fd490981" providerId="ADAL" clId="{71D4A954-A407-45A0-88CF-ADD9232790EB}" dt="2026-02-02T11:59:32.089" v="214" actId="14100"/>
          <ac:picMkLst>
            <pc:docMk/>
            <pc:sldMk cId="0" sldId="312"/>
            <ac:picMk id="39" creationId="{00000000-0000-0000-0000-000000000000}"/>
          </ac:picMkLst>
        </pc:picChg>
      </pc:sldChg>
      <pc:sldChg chg="modSp mod">
        <pc:chgData name="Novembre Matteo" userId="437dbab0-cd7d-4665-9647-10d1fd490981" providerId="ADAL" clId="{71D4A954-A407-45A0-88CF-ADD9232790EB}" dt="2026-02-02T11:59:53.583" v="217" actId="1076"/>
        <pc:sldMkLst>
          <pc:docMk/>
          <pc:sldMk cId="0" sldId="314"/>
        </pc:sldMkLst>
        <pc:spChg chg="mod">
          <ac:chgData name="Novembre Matteo" userId="437dbab0-cd7d-4665-9647-10d1fd490981" providerId="ADAL" clId="{71D4A954-A407-45A0-88CF-ADD9232790EB}" dt="2026-02-02T11:59:48.919" v="215" actId="1076"/>
          <ac:spMkLst>
            <pc:docMk/>
            <pc:sldMk cId="0" sldId="314"/>
            <ac:spMk id="14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1:59:51.721" v="216" actId="1076"/>
          <ac:spMkLst>
            <pc:docMk/>
            <pc:sldMk cId="0" sldId="314"/>
            <ac:spMk id="36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1:59:53.583" v="217" actId="1076"/>
          <ac:spMkLst>
            <pc:docMk/>
            <pc:sldMk cId="0" sldId="314"/>
            <ac:spMk id="58" creationId="{00000000-0000-0000-0000-000000000000}"/>
          </ac:spMkLst>
        </pc:spChg>
      </pc:sldChg>
      <pc:sldChg chg="modSp mod">
        <pc:chgData name="Novembre Matteo" userId="437dbab0-cd7d-4665-9647-10d1fd490981" providerId="ADAL" clId="{71D4A954-A407-45A0-88CF-ADD9232790EB}" dt="2026-02-02T12:00:09.911" v="220" actId="1076"/>
        <pc:sldMkLst>
          <pc:docMk/>
          <pc:sldMk cId="0" sldId="315"/>
        </pc:sldMkLst>
        <pc:spChg chg="mod">
          <ac:chgData name="Novembre Matteo" userId="437dbab0-cd7d-4665-9647-10d1fd490981" providerId="ADAL" clId="{71D4A954-A407-45A0-88CF-ADD9232790EB}" dt="2026-02-02T12:00:07.536" v="219" actId="1076"/>
          <ac:spMkLst>
            <pc:docMk/>
            <pc:sldMk cId="0" sldId="315"/>
            <ac:spMk id="22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2:00:09.911" v="220" actId="1076"/>
          <ac:spMkLst>
            <pc:docMk/>
            <pc:sldMk cId="0" sldId="315"/>
            <ac:spMk id="45" creationId="{00000000-0000-0000-0000-000000000000}"/>
          </ac:spMkLst>
        </pc:spChg>
      </pc:sldChg>
      <pc:sldChg chg="addSp delSp modSp mod">
        <pc:chgData name="Novembre Matteo" userId="437dbab0-cd7d-4665-9647-10d1fd490981" providerId="ADAL" clId="{71D4A954-A407-45A0-88CF-ADD9232790EB}" dt="2026-02-02T12:00:47.741" v="227" actId="1076"/>
        <pc:sldMkLst>
          <pc:docMk/>
          <pc:sldMk cId="0" sldId="316"/>
        </pc:sldMkLst>
        <pc:picChg chg="mod">
          <ac:chgData name="Novembre Matteo" userId="437dbab0-cd7d-4665-9647-10d1fd490981" providerId="ADAL" clId="{71D4A954-A407-45A0-88CF-ADD9232790EB}" dt="2026-02-02T12:00:41.805" v="224" actId="1076"/>
          <ac:picMkLst>
            <pc:docMk/>
            <pc:sldMk cId="0" sldId="316"/>
            <ac:picMk id="5" creationId="{00000000-0000-0000-0000-000000000000}"/>
          </ac:picMkLst>
        </pc:picChg>
        <pc:picChg chg="add mod">
          <ac:chgData name="Novembre Matteo" userId="437dbab0-cd7d-4665-9647-10d1fd490981" providerId="ADAL" clId="{71D4A954-A407-45A0-88CF-ADD9232790EB}" dt="2026-02-02T12:00:39.848" v="223" actId="1076"/>
          <ac:picMkLst>
            <pc:docMk/>
            <pc:sldMk cId="0" sldId="316"/>
            <ac:picMk id="50" creationId="{4B9F342B-F643-3C03-ADE7-0DCEB3EB4F94}"/>
          </ac:picMkLst>
        </pc:picChg>
        <pc:picChg chg="add mod">
          <ac:chgData name="Novembre Matteo" userId="437dbab0-cd7d-4665-9647-10d1fd490981" providerId="ADAL" clId="{71D4A954-A407-45A0-88CF-ADD9232790EB}" dt="2026-02-02T12:00:47.741" v="227" actId="1076"/>
          <ac:picMkLst>
            <pc:docMk/>
            <pc:sldMk cId="0" sldId="316"/>
            <ac:picMk id="52" creationId="{6908645B-327C-75EA-BD19-8C4D44575CFA}"/>
          </ac:picMkLst>
        </pc:picChg>
      </pc:sldChg>
      <pc:sldChg chg="modSp mod">
        <pc:chgData name="Novembre Matteo" userId="437dbab0-cd7d-4665-9647-10d1fd490981" providerId="ADAL" clId="{71D4A954-A407-45A0-88CF-ADD9232790EB}" dt="2026-02-02T12:02:48.737" v="246" actId="1076"/>
        <pc:sldMkLst>
          <pc:docMk/>
          <pc:sldMk cId="0" sldId="317"/>
        </pc:sldMkLst>
        <pc:spChg chg="mod">
          <ac:chgData name="Novembre Matteo" userId="437dbab0-cd7d-4665-9647-10d1fd490981" providerId="ADAL" clId="{71D4A954-A407-45A0-88CF-ADD9232790EB}" dt="2026-02-02T12:02:39.691" v="244" actId="1076"/>
          <ac:spMkLst>
            <pc:docMk/>
            <pc:sldMk cId="0" sldId="317"/>
            <ac:spMk id="5" creationId="{00000000-0000-0000-0000-000000000000}"/>
          </ac:spMkLst>
        </pc:spChg>
        <pc:spChg chg="mod ord">
          <ac:chgData name="Novembre Matteo" userId="437dbab0-cd7d-4665-9647-10d1fd490981" providerId="ADAL" clId="{71D4A954-A407-45A0-88CF-ADD9232790EB}" dt="2026-02-02T12:02:45.848" v="245" actId="688"/>
          <ac:spMkLst>
            <pc:docMk/>
            <pc:sldMk cId="0" sldId="317"/>
            <ac:spMk id="39" creationId="{00000000-0000-0000-0000-000000000000}"/>
          </ac:spMkLst>
        </pc:spChg>
        <pc:spChg chg="mod ord">
          <ac:chgData name="Novembre Matteo" userId="437dbab0-cd7d-4665-9647-10d1fd490981" providerId="ADAL" clId="{71D4A954-A407-45A0-88CF-ADD9232790EB}" dt="2026-02-02T12:02:45.848" v="245" actId="688"/>
          <ac:spMkLst>
            <pc:docMk/>
            <pc:sldMk cId="0" sldId="317"/>
            <ac:spMk id="40" creationId="{00000000-0000-0000-0000-000000000000}"/>
          </ac:spMkLst>
        </pc:spChg>
        <pc:picChg chg="mod">
          <ac:chgData name="Novembre Matteo" userId="437dbab0-cd7d-4665-9647-10d1fd490981" providerId="ADAL" clId="{71D4A954-A407-45A0-88CF-ADD9232790EB}" dt="2026-02-02T12:02:48.737" v="246" actId="1076"/>
          <ac:picMkLst>
            <pc:docMk/>
            <pc:sldMk cId="0" sldId="317"/>
            <ac:picMk id="41" creationId="{00000000-0000-0000-0000-000000000000}"/>
          </ac:picMkLst>
        </pc:picChg>
      </pc:sldChg>
      <pc:sldChg chg="addSp delSp modSp mod">
        <pc:chgData name="Novembre Matteo" userId="437dbab0-cd7d-4665-9647-10d1fd490981" providerId="ADAL" clId="{71D4A954-A407-45A0-88CF-ADD9232790EB}" dt="2026-02-02T12:03:17.946" v="256" actId="478"/>
        <pc:sldMkLst>
          <pc:docMk/>
          <pc:sldMk cId="0" sldId="318"/>
        </pc:sldMkLst>
        <pc:picChg chg="add del">
          <ac:chgData name="Novembre Matteo" userId="437dbab0-cd7d-4665-9647-10d1fd490981" providerId="ADAL" clId="{71D4A954-A407-45A0-88CF-ADD9232790EB}" dt="2026-02-02T12:03:17.946" v="256" actId="478"/>
          <ac:picMkLst>
            <pc:docMk/>
            <pc:sldMk cId="0" sldId="318"/>
            <ac:picMk id="6" creationId="{00000000-0000-0000-0000-000000000000}"/>
          </ac:picMkLst>
        </pc:picChg>
        <pc:picChg chg="add del">
          <ac:chgData name="Novembre Matteo" userId="437dbab0-cd7d-4665-9647-10d1fd490981" providerId="ADAL" clId="{71D4A954-A407-45A0-88CF-ADD9232790EB}" dt="2026-02-02T12:03:16.464" v="253" actId="478"/>
          <ac:picMkLst>
            <pc:docMk/>
            <pc:sldMk cId="0" sldId="318"/>
            <ac:picMk id="7" creationId="{00000000-0000-0000-0000-000000000000}"/>
          </ac:picMkLst>
        </pc:picChg>
      </pc:sldChg>
      <pc:sldChg chg="modSp mod">
        <pc:chgData name="Novembre Matteo" userId="437dbab0-cd7d-4665-9647-10d1fd490981" providerId="ADAL" clId="{71D4A954-A407-45A0-88CF-ADD9232790EB}" dt="2026-02-02T12:03:46.286" v="260" actId="20577"/>
        <pc:sldMkLst>
          <pc:docMk/>
          <pc:sldMk cId="0" sldId="321"/>
        </pc:sldMkLst>
        <pc:spChg chg="mod">
          <ac:chgData name="Novembre Matteo" userId="437dbab0-cd7d-4665-9647-10d1fd490981" providerId="ADAL" clId="{71D4A954-A407-45A0-88CF-ADD9232790EB}" dt="2026-02-02T12:03:43.143" v="259" actId="20577"/>
          <ac:spMkLst>
            <pc:docMk/>
            <pc:sldMk cId="0" sldId="321"/>
            <ac:spMk id="14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2:03:46.286" v="260" actId="20577"/>
          <ac:spMkLst>
            <pc:docMk/>
            <pc:sldMk cId="0" sldId="321"/>
            <ac:spMk id="32" creationId="{00000000-0000-0000-0000-000000000000}"/>
          </ac:spMkLst>
        </pc:spChg>
      </pc:sldChg>
      <pc:sldChg chg="modSp mod">
        <pc:chgData name="Novembre Matteo" userId="437dbab0-cd7d-4665-9647-10d1fd490981" providerId="ADAL" clId="{71D4A954-A407-45A0-88CF-ADD9232790EB}" dt="2026-02-02T12:04:00.090" v="261" actId="14100"/>
        <pc:sldMkLst>
          <pc:docMk/>
          <pc:sldMk cId="0" sldId="324"/>
        </pc:sldMkLst>
        <pc:picChg chg="mod">
          <ac:chgData name="Novembre Matteo" userId="437dbab0-cd7d-4665-9647-10d1fd490981" providerId="ADAL" clId="{71D4A954-A407-45A0-88CF-ADD9232790EB}" dt="2026-02-02T12:04:00.090" v="261" actId="14100"/>
          <ac:picMkLst>
            <pc:docMk/>
            <pc:sldMk cId="0" sldId="324"/>
            <ac:picMk id="38" creationId="{00000000-0000-0000-0000-000000000000}"/>
          </ac:picMkLst>
        </pc:picChg>
      </pc:sldChg>
      <pc:sldChg chg="modSp mod">
        <pc:chgData name="Novembre Matteo" userId="437dbab0-cd7d-4665-9647-10d1fd490981" providerId="ADAL" clId="{71D4A954-A407-45A0-88CF-ADD9232790EB}" dt="2026-02-02T12:04:16.703" v="262" actId="1076"/>
        <pc:sldMkLst>
          <pc:docMk/>
          <pc:sldMk cId="0" sldId="325"/>
        </pc:sldMkLst>
        <pc:spChg chg="mod">
          <ac:chgData name="Novembre Matteo" userId="437dbab0-cd7d-4665-9647-10d1fd490981" providerId="ADAL" clId="{71D4A954-A407-45A0-88CF-ADD9232790EB}" dt="2026-02-02T12:04:16.703" v="262" actId="1076"/>
          <ac:spMkLst>
            <pc:docMk/>
            <pc:sldMk cId="0" sldId="325"/>
            <ac:spMk id="39" creationId="{00000000-0000-0000-0000-000000000000}"/>
          </ac:spMkLst>
        </pc:spChg>
      </pc:sldChg>
      <pc:sldChg chg="modSp mod">
        <pc:chgData name="Novembre Matteo" userId="437dbab0-cd7d-4665-9647-10d1fd490981" providerId="ADAL" clId="{71D4A954-A407-45A0-88CF-ADD9232790EB}" dt="2026-02-02T12:05:07.224" v="277" actId="1076"/>
        <pc:sldMkLst>
          <pc:docMk/>
          <pc:sldMk cId="0" sldId="328"/>
        </pc:sldMkLst>
        <pc:spChg chg="mod">
          <ac:chgData name="Novembre Matteo" userId="437dbab0-cd7d-4665-9647-10d1fd490981" providerId="ADAL" clId="{71D4A954-A407-45A0-88CF-ADD9232790EB}" dt="2026-02-02T12:05:07.224" v="277" actId="1076"/>
          <ac:spMkLst>
            <pc:docMk/>
            <pc:sldMk cId="0" sldId="328"/>
            <ac:spMk id="66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2:04:47.617" v="263" actId="1076"/>
          <ac:spMkLst>
            <pc:docMk/>
            <pc:sldMk cId="0" sldId="328"/>
            <ac:spMk id="67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2:04:47.617" v="263" actId="1076"/>
          <ac:spMkLst>
            <pc:docMk/>
            <pc:sldMk cId="0" sldId="328"/>
            <ac:spMk id="68" creationId="{00000000-0000-0000-0000-000000000000}"/>
          </ac:spMkLst>
        </pc:spChg>
      </pc:sldChg>
      <pc:sldChg chg="modSp mod">
        <pc:chgData name="Novembre Matteo" userId="437dbab0-cd7d-4665-9647-10d1fd490981" providerId="ADAL" clId="{71D4A954-A407-45A0-88CF-ADD9232790EB}" dt="2026-02-02T12:05:28.583" v="280" actId="1076"/>
        <pc:sldMkLst>
          <pc:docMk/>
          <pc:sldMk cId="0" sldId="330"/>
        </pc:sldMkLst>
        <pc:spChg chg="mod">
          <ac:chgData name="Novembre Matteo" userId="437dbab0-cd7d-4665-9647-10d1fd490981" providerId="ADAL" clId="{71D4A954-A407-45A0-88CF-ADD9232790EB}" dt="2026-02-02T12:05:19.466" v="278" actId="1076"/>
          <ac:spMkLst>
            <pc:docMk/>
            <pc:sldMk cId="0" sldId="330"/>
            <ac:spMk id="14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2:05:24.647" v="279" actId="1076"/>
          <ac:spMkLst>
            <pc:docMk/>
            <pc:sldMk cId="0" sldId="330"/>
            <ac:spMk id="36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2:05:28.583" v="280" actId="1076"/>
          <ac:spMkLst>
            <pc:docMk/>
            <pc:sldMk cId="0" sldId="330"/>
            <ac:spMk id="58" creationId="{00000000-0000-0000-0000-000000000000}"/>
          </ac:spMkLst>
        </pc:spChg>
      </pc:sldChg>
      <pc:sldChg chg="modSp mod">
        <pc:chgData name="Novembre Matteo" userId="437dbab0-cd7d-4665-9647-10d1fd490981" providerId="ADAL" clId="{71D4A954-A407-45A0-88CF-ADD9232790EB}" dt="2026-02-02T12:05:49.568" v="284" actId="1076"/>
        <pc:sldMkLst>
          <pc:docMk/>
          <pc:sldMk cId="0" sldId="332"/>
        </pc:sldMkLst>
        <pc:spChg chg="mod">
          <ac:chgData name="Novembre Matteo" userId="437dbab0-cd7d-4665-9647-10d1fd490981" providerId="ADAL" clId="{71D4A954-A407-45A0-88CF-ADD9232790EB}" dt="2026-02-02T12:05:42.896" v="281" actId="1076"/>
          <ac:spMkLst>
            <pc:docMk/>
            <pc:sldMk cId="0" sldId="332"/>
            <ac:spMk id="64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2:05:45.089" v="282" actId="1076"/>
          <ac:spMkLst>
            <pc:docMk/>
            <pc:sldMk cId="0" sldId="332"/>
            <ac:spMk id="70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2:05:47.111" v="283" actId="1076"/>
          <ac:spMkLst>
            <pc:docMk/>
            <pc:sldMk cId="0" sldId="332"/>
            <ac:spMk id="78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2:05:49.568" v="284" actId="1076"/>
          <ac:spMkLst>
            <pc:docMk/>
            <pc:sldMk cId="0" sldId="332"/>
            <ac:spMk id="83" creationId="{00000000-0000-0000-0000-000000000000}"/>
          </ac:spMkLst>
        </pc:spChg>
      </pc:sldChg>
      <pc:sldChg chg="addSp delSp modSp mod">
        <pc:chgData name="Novembre Matteo" userId="437dbab0-cd7d-4665-9647-10d1fd490981" providerId="ADAL" clId="{71D4A954-A407-45A0-88CF-ADD9232790EB}" dt="2026-02-02T12:06:13.945" v="289" actId="1076"/>
        <pc:sldMkLst>
          <pc:docMk/>
          <pc:sldMk cId="0" sldId="333"/>
        </pc:sldMkLst>
        <pc:picChg chg="add mod">
          <ac:chgData name="Novembre Matteo" userId="437dbab0-cd7d-4665-9647-10d1fd490981" providerId="ADAL" clId="{71D4A954-A407-45A0-88CF-ADD9232790EB}" dt="2026-02-02T12:06:13.945" v="289" actId="1076"/>
          <ac:picMkLst>
            <pc:docMk/>
            <pc:sldMk cId="0" sldId="333"/>
            <ac:picMk id="79" creationId="{7B9D2C37-249B-6725-CC34-D7E45FBD33C7}"/>
          </ac:picMkLst>
        </pc:picChg>
      </pc:sldChg>
      <pc:sldChg chg="addSp delSp modSp add mod">
        <pc:chgData name="Novembre Matteo" userId="437dbab0-cd7d-4665-9647-10d1fd490981" providerId="ADAL" clId="{71D4A954-A407-45A0-88CF-ADD9232790EB}" dt="2026-02-02T11:53:57.319" v="199" actId="1076"/>
        <pc:sldMkLst>
          <pc:docMk/>
          <pc:sldMk cId="0" sldId="336"/>
        </pc:sldMkLst>
        <pc:spChg chg="add del">
          <ac:chgData name="Novembre Matteo" userId="437dbab0-cd7d-4665-9647-10d1fd490981" providerId="ADAL" clId="{71D4A954-A407-45A0-88CF-ADD9232790EB}" dt="2026-02-02T11:53:44.930" v="197" actId="478"/>
          <ac:spMkLst>
            <pc:docMk/>
            <pc:sldMk cId="0" sldId="336"/>
            <ac:spMk id="4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1:53:57.319" v="199" actId="1076"/>
          <ac:spMkLst>
            <pc:docMk/>
            <pc:sldMk cId="0" sldId="336"/>
            <ac:spMk id="98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1:53:57.319" v="199" actId="1076"/>
          <ac:spMkLst>
            <pc:docMk/>
            <pc:sldMk cId="0" sldId="336"/>
            <ac:spMk id="101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1:53:57.319" v="199" actId="1076"/>
          <ac:spMkLst>
            <pc:docMk/>
            <pc:sldMk cId="0" sldId="336"/>
            <ac:spMk id="104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1:53:57.319" v="199" actId="1076"/>
          <ac:spMkLst>
            <pc:docMk/>
            <pc:sldMk cId="0" sldId="336"/>
            <ac:spMk id="107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1:53:57.319" v="199" actId="1076"/>
          <ac:spMkLst>
            <pc:docMk/>
            <pc:sldMk cId="0" sldId="336"/>
            <ac:spMk id="110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1:53:57.319" v="199" actId="1076"/>
          <ac:spMkLst>
            <pc:docMk/>
            <pc:sldMk cId="0" sldId="336"/>
            <ac:spMk id="113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1:53:57.319" v="199" actId="1076"/>
          <ac:spMkLst>
            <pc:docMk/>
            <pc:sldMk cId="0" sldId="336"/>
            <ac:spMk id="116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1:53:57.319" v="199" actId="1076"/>
          <ac:spMkLst>
            <pc:docMk/>
            <pc:sldMk cId="0" sldId="336"/>
            <ac:spMk id="119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1:53:57.319" v="199" actId="1076"/>
          <ac:spMkLst>
            <pc:docMk/>
            <pc:sldMk cId="0" sldId="336"/>
            <ac:spMk id="122" creationId="{00000000-0000-0000-0000-000000000000}"/>
          </ac:spMkLst>
        </pc:spChg>
        <pc:spChg chg="mod">
          <ac:chgData name="Novembre Matteo" userId="437dbab0-cd7d-4665-9647-10d1fd490981" providerId="ADAL" clId="{71D4A954-A407-45A0-88CF-ADD9232790EB}" dt="2026-02-02T11:53:57.319" v="199" actId="1076"/>
          <ac:spMkLst>
            <pc:docMk/>
            <pc:sldMk cId="0" sldId="336"/>
            <ac:spMk id="125" creationId="{00000000-0000-0000-0000-000000000000}"/>
          </ac:spMkLst>
        </pc:spChg>
      </pc:sldChg>
      <pc:sldChg chg="addSp delSp modSp add mod">
        <pc:chgData name="Novembre Matteo" userId="437dbab0-cd7d-4665-9647-10d1fd490981" providerId="ADAL" clId="{71D4A954-A407-45A0-88CF-ADD9232790EB}" dt="2026-02-02T12:06:57.927" v="297" actId="688"/>
        <pc:sldMkLst>
          <pc:docMk/>
          <pc:sldMk cId="0" sldId="337"/>
        </pc:sldMkLst>
        <pc:spChg chg="mod">
          <ac:chgData name="Novembre Matteo" userId="437dbab0-cd7d-4665-9647-10d1fd490981" providerId="ADAL" clId="{71D4A954-A407-45A0-88CF-ADD9232790EB}" dt="2026-02-02T12:06:53.441" v="294" actId="1076"/>
          <ac:spMkLst>
            <pc:docMk/>
            <pc:sldMk cId="0" sldId="337"/>
            <ac:spMk id="20" creationId="{00000000-0000-0000-0000-000000000000}"/>
          </ac:spMkLst>
        </pc:spChg>
        <pc:picChg chg="add mod">
          <ac:chgData name="Novembre Matteo" userId="437dbab0-cd7d-4665-9647-10d1fd490981" providerId="ADAL" clId="{71D4A954-A407-45A0-88CF-ADD9232790EB}" dt="2026-02-02T12:06:57.927" v="297" actId="688"/>
          <ac:picMkLst>
            <pc:docMk/>
            <pc:sldMk cId="0" sldId="337"/>
            <ac:picMk id="69" creationId="{29D851FE-CF4E-049A-24F9-C9051A39E34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5427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C97223CB-80F4-5A2B-FBCF-8F0577C1D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75C71-6E8F-4A48-9A75-977949D9268F}" type="datetimeFigureOut">
              <a:rPr lang="it-IT" smtClean="0"/>
              <a:t>23/02/2026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016CAB44-9033-D4FC-C269-4E25F067A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634E491-4E22-916B-0A57-2EFE961FB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793B-E73B-47CB-B846-DB6D9D48C53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64960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5" Type="http://schemas.openxmlformats.org/officeDocument/2006/relationships/image" Target="../media/image3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12" Type="http://schemas.openxmlformats.org/officeDocument/2006/relationships/image" Target="../media/image5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11" Type="http://schemas.openxmlformats.org/officeDocument/2006/relationships/image" Target="../media/image55.png"/><Relationship Id="rId5" Type="http://schemas.openxmlformats.org/officeDocument/2006/relationships/image" Target="../media/image49.png"/><Relationship Id="rId10" Type="http://schemas.openxmlformats.org/officeDocument/2006/relationships/image" Target="../media/image54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67.png"/><Relationship Id="rId18" Type="http://schemas.openxmlformats.org/officeDocument/2006/relationships/image" Target="../media/image72.png"/><Relationship Id="rId3" Type="http://schemas.openxmlformats.org/officeDocument/2006/relationships/image" Target="../media/image57.png"/><Relationship Id="rId21" Type="http://schemas.openxmlformats.org/officeDocument/2006/relationships/image" Target="../media/image75.png"/><Relationship Id="rId7" Type="http://schemas.openxmlformats.org/officeDocument/2006/relationships/image" Target="../media/image61.png"/><Relationship Id="rId12" Type="http://schemas.openxmlformats.org/officeDocument/2006/relationships/image" Target="../media/image66.png"/><Relationship Id="rId17" Type="http://schemas.openxmlformats.org/officeDocument/2006/relationships/image" Target="../media/image71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70.png"/><Relationship Id="rId20" Type="http://schemas.openxmlformats.org/officeDocument/2006/relationships/image" Target="../media/image7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11" Type="http://schemas.openxmlformats.org/officeDocument/2006/relationships/image" Target="../media/image65.png"/><Relationship Id="rId5" Type="http://schemas.openxmlformats.org/officeDocument/2006/relationships/image" Target="../media/image59.png"/><Relationship Id="rId15" Type="http://schemas.openxmlformats.org/officeDocument/2006/relationships/image" Target="../media/image69.png"/><Relationship Id="rId23" Type="http://schemas.openxmlformats.org/officeDocument/2006/relationships/image" Target="../media/image77.png"/><Relationship Id="rId10" Type="http://schemas.openxmlformats.org/officeDocument/2006/relationships/image" Target="../media/image64.png"/><Relationship Id="rId19" Type="http://schemas.openxmlformats.org/officeDocument/2006/relationships/image" Target="../media/image73.png"/><Relationship Id="rId4" Type="http://schemas.openxmlformats.org/officeDocument/2006/relationships/image" Target="../media/image58.png"/><Relationship Id="rId9" Type="http://schemas.openxmlformats.org/officeDocument/2006/relationships/image" Target="../media/image63.png"/><Relationship Id="rId14" Type="http://schemas.openxmlformats.org/officeDocument/2006/relationships/image" Target="../media/image68.png"/><Relationship Id="rId22" Type="http://schemas.openxmlformats.org/officeDocument/2006/relationships/image" Target="../media/image7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78.png"/><Relationship Id="rId7" Type="http://schemas.openxmlformats.org/officeDocument/2006/relationships/image" Target="../media/image8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1.png"/><Relationship Id="rId11" Type="http://schemas.openxmlformats.org/officeDocument/2006/relationships/image" Target="../media/image86.png"/><Relationship Id="rId5" Type="http://schemas.openxmlformats.org/officeDocument/2006/relationships/image" Target="../media/image80.png"/><Relationship Id="rId10" Type="http://schemas.openxmlformats.org/officeDocument/2006/relationships/image" Target="../media/image85.png"/><Relationship Id="rId4" Type="http://schemas.openxmlformats.org/officeDocument/2006/relationships/image" Target="../media/image79.png"/><Relationship Id="rId9" Type="http://schemas.openxmlformats.org/officeDocument/2006/relationships/image" Target="../media/image8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88.png"/><Relationship Id="rId12" Type="http://schemas.openxmlformats.org/officeDocument/2006/relationships/image" Target="../media/image9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11" Type="http://schemas.openxmlformats.org/officeDocument/2006/relationships/image" Target="../media/image90.png"/><Relationship Id="rId5" Type="http://schemas.openxmlformats.org/officeDocument/2006/relationships/image" Target="../media/image87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8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13" Type="http://schemas.openxmlformats.org/officeDocument/2006/relationships/image" Target="../media/image105.png"/><Relationship Id="rId18" Type="http://schemas.openxmlformats.org/officeDocument/2006/relationships/image" Target="../media/image110.png"/><Relationship Id="rId3" Type="http://schemas.openxmlformats.org/officeDocument/2006/relationships/image" Target="../media/image96.png"/><Relationship Id="rId21" Type="http://schemas.openxmlformats.org/officeDocument/2006/relationships/image" Target="../media/image113.png"/><Relationship Id="rId7" Type="http://schemas.openxmlformats.org/officeDocument/2006/relationships/image" Target="../media/image100.png"/><Relationship Id="rId12" Type="http://schemas.openxmlformats.org/officeDocument/2006/relationships/image" Target="../media/image104.png"/><Relationship Id="rId17" Type="http://schemas.openxmlformats.org/officeDocument/2006/relationships/image" Target="../media/image109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08.png"/><Relationship Id="rId20" Type="http://schemas.openxmlformats.org/officeDocument/2006/relationships/image" Target="../media/image1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9.png"/><Relationship Id="rId11" Type="http://schemas.openxmlformats.org/officeDocument/2006/relationships/image" Target="../media/image103.png"/><Relationship Id="rId5" Type="http://schemas.openxmlformats.org/officeDocument/2006/relationships/image" Target="../media/image98.png"/><Relationship Id="rId15" Type="http://schemas.openxmlformats.org/officeDocument/2006/relationships/image" Target="../media/image107.png"/><Relationship Id="rId10" Type="http://schemas.openxmlformats.org/officeDocument/2006/relationships/image" Target="../media/image102.png"/><Relationship Id="rId19" Type="http://schemas.openxmlformats.org/officeDocument/2006/relationships/image" Target="../media/image111.png"/><Relationship Id="rId4" Type="http://schemas.openxmlformats.org/officeDocument/2006/relationships/image" Target="../media/image97.png"/><Relationship Id="rId9" Type="http://schemas.openxmlformats.org/officeDocument/2006/relationships/image" Target="../media/image64.png"/><Relationship Id="rId14" Type="http://schemas.openxmlformats.org/officeDocument/2006/relationships/image" Target="../media/image10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7.png"/><Relationship Id="rId7" Type="http://schemas.openxmlformats.org/officeDocument/2006/relationships/image" Target="../media/image115.png"/><Relationship Id="rId12" Type="http://schemas.openxmlformats.org/officeDocument/2006/relationships/image" Target="../media/image1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11" Type="http://schemas.openxmlformats.org/officeDocument/2006/relationships/image" Target="../media/image118.png"/><Relationship Id="rId5" Type="http://schemas.openxmlformats.org/officeDocument/2006/relationships/image" Target="../media/image114.png"/><Relationship Id="rId10" Type="http://schemas.openxmlformats.org/officeDocument/2006/relationships/image" Target="../media/image117.png"/><Relationship Id="rId4" Type="http://schemas.openxmlformats.org/officeDocument/2006/relationships/image" Target="../media/image42.png"/><Relationship Id="rId9" Type="http://schemas.openxmlformats.org/officeDocument/2006/relationships/image" Target="../media/image11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png"/><Relationship Id="rId3" Type="http://schemas.openxmlformats.org/officeDocument/2006/relationships/image" Target="../media/image120.png"/><Relationship Id="rId7" Type="http://schemas.openxmlformats.org/officeDocument/2006/relationships/image" Target="../media/image1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3.png"/><Relationship Id="rId5" Type="http://schemas.openxmlformats.org/officeDocument/2006/relationships/image" Target="../media/image122.png"/><Relationship Id="rId10" Type="http://schemas.openxmlformats.org/officeDocument/2006/relationships/image" Target="../media/image127.png"/><Relationship Id="rId4" Type="http://schemas.openxmlformats.org/officeDocument/2006/relationships/image" Target="../media/image121.png"/><Relationship Id="rId9" Type="http://schemas.openxmlformats.org/officeDocument/2006/relationships/image" Target="../media/image12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png"/><Relationship Id="rId3" Type="http://schemas.openxmlformats.org/officeDocument/2006/relationships/image" Target="../media/image31.png"/><Relationship Id="rId7" Type="http://schemas.openxmlformats.org/officeDocument/2006/relationships/image" Target="../media/image131.png"/><Relationship Id="rId12" Type="http://schemas.openxmlformats.org/officeDocument/2006/relationships/image" Target="../media/image13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0.png"/><Relationship Id="rId11" Type="http://schemas.openxmlformats.org/officeDocument/2006/relationships/image" Target="../media/image135.png"/><Relationship Id="rId5" Type="http://schemas.openxmlformats.org/officeDocument/2006/relationships/image" Target="../media/image129.png"/><Relationship Id="rId10" Type="http://schemas.openxmlformats.org/officeDocument/2006/relationships/image" Target="../media/image134.png"/><Relationship Id="rId4" Type="http://schemas.openxmlformats.org/officeDocument/2006/relationships/image" Target="../media/image128.png"/><Relationship Id="rId9" Type="http://schemas.openxmlformats.org/officeDocument/2006/relationships/image" Target="../media/image13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png"/><Relationship Id="rId13" Type="http://schemas.openxmlformats.org/officeDocument/2006/relationships/image" Target="../media/image147.png"/><Relationship Id="rId3" Type="http://schemas.openxmlformats.org/officeDocument/2006/relationships/image" Target="../media/image137.png"/><Relationship Id="rId7" Type="http://schemas.openxmlformats.org/officeDocument/2006/relationships/image" Target="../media/image141.png"/><Relationship Id="rId12" Type="http://schemas.openxmlformats.org/officeDocument/2006/relationships/image" Target="../media/image146.png"/><Relationship Id="rId17" Type="http://schemas.openxmlformats.org/officeDocument/2006/relationships/image" Target="../media/image76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0.png"/><Relationship Id="rId11" Type="http://schemas.openxmlformats.org/officeDocument/2006/relationships/image" Target="../media/image145.png"/><Relationship Id="rId5" Type="http://schemas.openxmlformats.org/officeDocument/2006/relationships/image" Target="../media/image139.png"/><Relationship Id="rId15" Type="http://schemas.openxmlformats.org/officeDocument/2006/relationships/image" Target="../media/image149.png"/><Relationship Id="rId10" Type="http://schemas.openxmlformats.org/officeDocument/2006/relationships/image" Target="../media/image144.png"/><Relationship Id="rId4" Type="http://schemas.openxmlformats.org/officeDocument/2006/relationships/image" Target="../media/image138.png"/><Relationship Id="rId9" Type="http://schemas.openxmlformats.org/officeDocument/2006/relationships/image" Target="../media/image143.png"/><Relationship Id="rId14" Type="http://schemas.openxmlformats.org/officeDocument/2006/relationships/image" Target="../media/image14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4.png"/><Relationship Id="rId5" Type="http://schemas.openxmlformats.org/officeDocument/2006/relationships/image" Target="../media/image153.png"/><Relationship Id="rId4" Type="http://schemas.openxmlformats.org/officeDocument/2006/relationships/image" Target="../media/image152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156.png"/><Relationship Id="rId12" Type="http://schemas.openxmlformats.org/officeDocument/2006/relationships/image" Target="../media/image15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11" Type="http://schemas.openxmlformats.org/officeDocument/2006/relationships/image" Target="../media/image158.png"/><Relationship Id="rId5" Type="http://schemas.openxmlformats.org/officeDocument/2006/relationships/image" Target="../media/image155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15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1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7.png"/><Relationship Id="rId7" Type="http://schemas.openxmlformats.org/officeDocument/2006/relationships/image" Target="../media/image164.png"/><Relationship Id="rId12" Type="http://schemas.openxmlformats.org/officeDocument/2006/relationships/image" Target="../media/image16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11" Type="http://schemas.openxmlformats.org/officeDocument/2006/relationships/image" Target="../media/image165.png"/><Relationship Id="rId5" Type="http://schemas.openxmlformats.org/officeDocument/2006/relationships/image" Target="../media/image163.png"/><Relationship Id="rId10" Type="http://schemas.openxmlformats.org/officeDocument/2006/relationships/image" Target="../media/image40.png"/><Relationship Id="rId4" Type="http://schemas.openxmlformats.org/officeDocument/2006/relationships/image" Target="../media/image162.png"/><Relationship Id="rId9" Type="http://schemas.openxmlformats.org/officeDocument/2006/relationships/image" Target="../media/image15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9.png"/><Relationship Id="rId4" Type="http://schemas.openxmlformats.org/officeDocument/2006/relationships/image" Target="../media/image16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2.png"/><Relationship Id="rId4" Type="http://schemas.openxmlformats.org/officeDocument/2006/relationships/image" Target="../media/image17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8.png"/><Relationship Id="rId13" Type="http://schemas.openxmlformats.org/officeDocument/2006/relationships/image" Target="../media/image183.png"/><Relationship Id="rId3" Type="http://schemas.openxmlformats.org/officeDocument/2006/relationships/image" Target="../media/image173.png"/><Relationship Id="rId7" Type="http://schemas.openxmlformats.org/officeDocument/2006/relationships/image" Target="../media/image177.png"/><Relationship Id="rId12" Type="http://schemas.openxmlformats.org/officeDocument/2006/relationships/image" Target="../media/image18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6.png"/><Relationship Id="rId11" Type="http://schemas.openxmlformats.org/officeDocument/2006/relationships/image" Target="../media/image181.png"/><Relationship Id="rId5" Type="http://schemas.openxmlformats.org/officeDocument/2006/relationships/image" Target="../media/image175.png"/><Relationship Id="rId10" Type="http://schemas.openxmlformats.org/officeDocument/2006/relationships/image" Target="../media/image180.png"/><Relationship Id="rId4" Type="http://schemas.openxmlformats.org/officeDocument/2006/relationships/image" Target="../media/image174.png"/><Relationship Id="rId9" Type="http://schemas.openxmlformats.org/officeDocument/2006/relationships/image" Target="../media/image179.png"/><Relationship Id="rId14" Type="http://schemas.openxmlformats.org/officeDocument/2006/relationships/image" Target="../media/image18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png"/><Relationship Id="rId13" Type="http://schemas.openxmlformats.org/officeDocument/2006/relationships/image" Target="../media/image195.png"/><Relationship Id="rId3" Type="http://schemas.openxmlformats.org/officeDocument/2006/relationships/image" Target="../media/image185.png"/><Relationship Id="rId7" Type="http://schemas.openxmlformats.org/officeDocument/2006/relationships/image" Target="../media/image189.png"/><Relationship Id="rId12" Type="http://schemas.openxmlformats.org/officeDocument/2006/relationships/image" Target="../media/image19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8.png"/><Relationship Id="rId11" Type="http://schemas.openxmlformats.org/officeDocument/2006/relationships/image" Target="../media/image193.png"/><Relationship Id="rId5" Type="http://schemas.openxmlformats.org/officeDocument/2006/relationships/image" Target="../media/image187.png"/><Relationship Id="rId10" Type="http://schemas.openxmlformats.org/officeDocument/2006/relationships/image" Target="../media/image192.png"/><Relationship Id="rId4" Type="http://schemas.openxmlformats.org/officeDocument/2006/relationships/image" Target="../media/image186.png"/><Relationship Id="rId9" Type="http://schemas.openxmlformats.org/officeDocument/2006/relationships/image" Target="../media/image191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1.png"/><Relationship Id="rId13" Type="http://schemas.openxmlformats.org/officeDocument/2006/relationships/image" Target="../media/image206.png"/><Relationship Id="rId3" Type="http://schemas.openxmlformats.org/officeDocument/2006/relationships/image" Target="../media/image196.png"/><Relationship Id="rId7" Type="http://schemas.openxmlformats.org/officeDocument/2006/relationships/image" Target="../media/image200.png"/><Relationship Id="rId12" Type="http://schemas.openxmlformats.org/officeDocument/2006/relationships/image" Target="../media/image20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9.png"/><Relationship Id="rId11" Type="http://schemas.openxmlformats.org/officeDocument/2006/relationships/image" Target="../media/image204.png"/><Relationship Id="rId5" Type="http://schemas.openxmlformats.org/officeDocument/2006/relationships/image" Target="../media/image198.png"/><Relationship Id="rId10" Type="http://schemas.openxmlformats.org/officeDocument/2006/relationships/image" Target="../media/image203.png"/><Relationship Id="rId4" Type="http://schemas.openxmlformats.org/officeDocument/2006/relationships/image" Target="../media/image197.png"/><Relationship Id="rId9" Type="http://schemas.openxmlformats.org/officeDocument/2006/relationships/image" Target="../media/image202.png"/><Relationship Id="rId14" Type="http://schemas.openxmlformats.org/officeDocument/2006/relationships/image" Target="../media/image20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 di testo 2">
            <a:extLst>
              <a:ext uri="{FF2B5EF4-FFF2-40B4-BE49-F238E27FC236}">
                <a16:creationId xmlns:a16="http://schemas.microsoft.com/office/drawing/2014/main" id="{CD60F39F-0697-9306-59C2-050A0C81BE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1998" y="4170460"/>
            <a:ext cx="3552190" cy="276999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endParaRPr lang="it-IT" sz="1200" dirty="0">
              <a:effectLst/>
              <a:latin typeface="Century Gothic" panose="020B0502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BF763079-289E-A93C-EB1E-BF051687E5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1641" y="5200651"/>
            <a:ext cx="1248709" cy="684776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F49E2D39-027D-DC94-5F6C-D70263747F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" t="-111" r="-9" b="-111"/>
          <a:stretch>
            <a:fillRect/>
          </a:stretch>
        </p:blipFill>
        <p:spPr bwMode="auto">
          <a:xfrm>
            <a:off x="1842450" y="412572"/>
            <a:ext cx="8507093" cy="72608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pic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52A369BA-F177-BE2A-86F7-3CE0AB26EB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198024"/>
              </p:ext>
            </p:extLst>
          </p:nvPr>
        </p:nvGraphicFramePr>
        <p:xfrm>
          <a:off x="1316052" y="2281726"/>
          <a:ext cx="9178183" cy="22731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809610">
                  <a:extLst>
                    <a:ext uri="{9D8B030D-6E8A-4147-A177-3AD203B41FA5}">
                      <a16:colId xmlns:a16="http://schemas.microsoft.com/office/drawing/2014/main" val="265635030"/>
                    </a:ext>
                  </a:extLst>
                </a:gridCol>
                <a:gridCol w="6368573">
                  <a:extLst>
                    <a:ext uri="{9D8B030D-6E8A-4147-A177-3AD203B41FA5}">
                      <a16:colId xmlns:a16="http://schemas.microsoft.com/office/drawing/2014/main" val="1002503838"/>
                    </a:ext>
                  </a:extLst>
                </a:gridCol>
              </a:tblGrid>
              <a:tr h="779032">
                <a:tc>
                  <a:txBody>
                    <a:bodyPr/>
                    <a:lstStyle/>
                    <a:p>
                      <a:pPr algn="l"/>
                      <a:r>
                        <a:rPr lang="it-IT" sz="1800" dirty="0">
                          <a:solidFill>
                            <a:sysClr val="windowText" lastClr="000000"/>
                          </a:solidFill>
                        </a:rPr>
                        <a:t>DOCENTE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8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NOVEMBRE Matteo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100898"/>
                  </a:ext>
                </a:extLst>
              </a:tr>
              <a:tr h="779032">
                <a:tc>
                  <a:txBody>
                    <a:bodyPr/>
                    <a:lstStyle/>
                    <a:p>
                      <a:pPr algn="l"/>
                      <a:r>
                        <a:rPr lang="it-IT" sz="1800" b="1" dirty="0">
                          <a:solidFill>
                            <a:sysClr val="windowText" lastClr="000000"/>
                          </a:solidFill>
                        </a:rPr>
                        <a:t>UNITA’ FORMATIVA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800" dirty="0">
                          <a:solidFill>
                            <a:sysClr val="windowText" lastClr="000000"/>
                          </a:solidFill>
                        </a:rPr>
                        <a:t>Microsoft 365 e </a:t>
                      </a:r>
                      <a:r>
                        <a:rPr lang="it-IT" sz="1800" dirty="0" err="1">
                          <a:solidFill>
                            <a:sysClr val="windowText" lastClr="000000"/>
                          </a:solidFill>
                        </a:rPr>
                        <a:t>Sharepoint</a:t>
                      </a:r>
                      <a:r>
                        <a:rPr lang="it-IT" sz="180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3056960"/>
                  </a:ext>
                </a:extLst>
              </a:tr>
              <a:tr h="715116">
                <a:tc>
                  <a:txBody>
                    <a:bodyPr/>
                    <a:lstStyle/>
                    <a:p>
                      <a:pPr algn="l"/>
                      <a:r>
                        <a:rPr lang="it-IT" sz="1800" b="1" dirty="0">
                          <a:solidFill>
                            <a:sysClr val="windowText" lastClr="000000"/>
                          </a:solidFill>
                        </a:rPr>
                        <a:t>ARGOMENTO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800" dirty="0">
                          <a:solidFill>
                            <a:sysClr val="windowText" lastClr="000000"/>
                          </a:solidFill>
                        </a:rPr>
                        <a:t>Microsoft 365: OneDrive e Teams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02719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954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71500" y="1556309"/>
            <a:ext cx="4972507" cy="990295"/>
          </a:xfrm>
          <a:prstGeom prst="roundRect">
            <a:avLst>
              <a:gd name="adj" fmla="val 106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43407" y="1728216"/>
            <a:ext cx="428854" cy="428854"/>
          </a:xfrm>
          <a:prstGeom prst="roundRect">
            <a:avLst>
              <a:gd name="adj" fmla="val 47382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57707" y="1842516"/>
            <a:ext cx="200254" cy="20025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43254" y="1728216"/>
            <a:ext cx="41440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Spazio Cloud Personale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1343254" y="2006194"/>
            <a:ext cx="410565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Ogni utente dispone di (almeno) 1 TB di spazio privato per archiviare documenti, bozze e file di lavoro.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571500" y="2730398"/>
            <a:ext cx="4972507" cy="990295"/>
          </a:xfrm>
          <a:prstGeom prst="roundRect">
            <a:avLst>
              <a:gd name="adj" fmla="val 106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743407" y="2902306"/>
            <a:ext cx="428854" cy="428854"/>
          </a:xfrm>
          <a:prstGeom prst="roundRect">
            <a:avLst>
              <a:gd name="adj" fmla="val 47382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57707" y="3016606"/>
            <a:ext cx="200254" cy="20025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343254" y="2902306"/>
            <a:ext cx="41440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Sincronizzazione Multi-device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0"/>
          <p:cNvSpPr txBox="1"/>
          <p:nvPr/>
        </p:nvSpPr>
        <p:spPr>
          <a:xfrm>
            <a:off x="1343254" y="3180283"/>
            <a:ext cx="410565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Accedi e modifica i tuoi file da PC, Mac, Tablet o Smartphone. Le modifiche si sincronizzano automaticamente.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571500" y="3905402"/>
            <a:ext cx="4972507" cy="990295"/>
          </a:xfrm>
          <a:prstGeom prst="roundRect">
            <a:avLst>
              <a:gd name="adj" fmla="val 106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743407" y="4076395"/>
            <a:ext cx="428854" cy="428854"/>
          </a:xfrm>
          <a:prstGeom prst="roundRect">
            <a:avLst>
              <a:gd name="adj" fmla="val 47382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57707" y="4190695"/>
            <a:ext cx="200254" cy="20025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343254" y="4076395"/>
            <a:ext cx="41440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Versioning e Recupero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4"/>
          <p:cNvSpPr txBox="1"/>
          <p:nvPr/>
        </p:nvSpPr>
        <p:spPr>
          <a:xfrm>
            <a:off x="1343254" y="4355287"/>
            <a:ext cx="410565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Cronologia automatica delle versioni per ogni file. Ripristina facilmente una versione precedente in caso di errori.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571500" y="5079492"/>
            <a:ext cx="4972507" cy="990295"/>
          </a:xfrm>
          <a:prstGeom prst="roundRect">
            <a:avLst>
              <a:gd name="adj" fmla="val 106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6"/>
          <p:cNvSpPr/>
          <p:nvPr/>
        </p:nvSpPr>
        <p:spPr>
          <a:xfrm>
            <a:off x="743407" y="5251399"/>
            <a:ext cx="428854" cy="428854"/>
          </a:xfrm>
          <a:prstGeom prst="roundRect">
            <a:avLst>
              <a:gd name="adj" fmla="val 47382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 t="-507" b="-507"/>
          <a:stretch/>
        </p:blipFill>
        <p:spPr>
          <a:xfrm>
            <a:off x="833018" y="5365699"/>
            <a:ext cx="247802" cy="20025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343254" y="5251399"/>
            <a:ext cx="414406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Condivisione Sicura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18"/>
          <p:cNvSpPr txBox="1"/>
          <p:nvPr/>
        </p:nvSpPr>
        <p:spPr>
          <a:xfrm>
            <a:off x="1343254" y="5529377"/>
            <a:ext cx="410565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Condividi file con colleghi o esterni tramite link sicuri, controllando chi può vedere o modificare.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19"/>
          <p:cNvSpPr/>
          <p:nvPr/>
        </p:nvSpPr>
        <p:spPr>
          <a:xfrm>
            <a:off x="5639105" y="1047902"/>
            <a:ext cx="1904695" cy="1904695"/>
          </a:xfrm>
          <a:prstGeom prst="roundRect">
            <a:avLst>
              <a:gd name="adj" fmla="val 4801"/>
            </a:avLst>
          </a:prstGeom>
          <a:solidFill>
            <a:srgbClr val="FFEBD6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0"/>
          <p:cNvSpPr/>
          <p:nvPr/>
        </p:nvSpPr>
        <p:spPr>
          <a:xfrm>
            <a:off x="9239098" y="4095598"/>
            <a:ext cx="2857500" cy="2857500"/>
          </a:xfrm>
          <a:prstGeom prst="ellipse">
            <a:avLst/>
          </a:prstGeom>
          <a:solidFill>
            <a:srgbClr val="CFE6FA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1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2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3"/>
          <p:cNvSpPr txBox="1"/>
          <p:nvPr/>
        </p:nvSpPr>
        <p:spPr>
          <a:xfrm>
            <a:off x="571500" y="152705"/>
            <a:ext cx="63057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52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Archiviazione Personale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4"/>
          <p:cNvSpPr txBox="1"/>
          <p:nvPr/>
        </p:nvSpPr>
        <p:spPr>
          <a:xfrm>
            <a:off x="571500" y="381305"/>
            <a:ext cx="763158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OneDrive for Business: Introduzione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5"/>
          <p:cNvSpPr/>
          <p:nvPr/>
        </p:nvSpPr>
        <p:spPr>
          <a:xfrm>
            <a:off x="9664294" y="276149"/>
            <a:ext cx="1962302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rcRect t="-180" b="-180"/>
          <a:stretch/>
        </p:blipFill>
        <p:spPr>
          <a:xfrm>
            <a:off x="9864547" y="381305"/>
            <a:ext cx="190195" cy="152705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10169042" y="276149"/>
            <a:ext cx="1314907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I tuoi file, ovunque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rcRect l="-3" r="-3"/>
          <a:stretch/>
        </p:blipFill>
        <p:spPr>
          <a:xfrm>
            <a:off x="5924398" y="2095805"/>
            <a:ext cx="5695798" cy="3619195"/>
          </a:xfrm>
          <a:prstGeom prst="rect">
            <a:avLst/>
          </a:prstGeom>
        </p:spPr>
      </p:pic>
      <p:sp>
        <p:nvSpPr>
          <p:cNvPr id="35" name="Shape 27"/>
          <p:cNvSpPr/>
          <p:nvPr/>
        </p:nvSpPr>
        <p:spPr>
          <a:xfrm>
            <a:off x="5934456" y="2104949"/>
            <a:ext cx="5676595" cy="200254"/>
          </a:xfrm>
          <a:prstGeom prst="roundRect">
            <a:avLst>
              <a:gd name="adj" fmla="val 260926"/>
            </a:avLst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077102" y="2138782"/>
            <a:ext cx="133502" cy="133502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6353251" y="2104949"/>
            <a:ext cx="6858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OneDrive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1048695" y="2138782"/>
            <a:ext cx="133502" cy="133502"/>
          </a:xfrm>
          <a:prstGeom prst="rect">
            <a:avLst/>
          </a:prstGeom>
        </p:spPr>
      </p:pic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1296498" y="2119579"/>
            <a:ext cx="171907" cy="171907"/>
          </a:xfrm>
          <a:prstGeom prst="rect">
            <a:avLst/>
          </a:prstGeom>
        </p:spPr>
      </p:pic>
      <p:sp>
        <p:nvSpPr>
          <p:cNvPr id="40" name="Shape 29"/>
          <p:cNvSpPr/>
          <p:nvPr/>
        </p:nvSpPr>
        <p:spPr>
          <a:xfrm>
            <a:off x="5934456" y="2305202"/>
            <a:ext cx="5676595" cy="344820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30"/>
          <p:cNvSpPr/>
          <p:nvPr/>
        </p:nvSpPr>
        <p:spPr>
          <a:xfrm>
            <a:off x="5934456" y="2305202"/>
            <a:ext cx="1524305" cy="3448202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31"/>
          <p:cNvSpPr/>
          <p:nvPr/>
        </p:nvSpPr>
        <p:spPr>
          <a:xfrm>
            <a:off x="7449617" y="2305202"/>
            <a:ext cx="9144" cy="3448202"/>
          </a:xfrm>
          <a:prstGeom prst="rect">
            <a:avLst/>
          </a:prstGeom>
          <a:solidFill>
            <a:srgbClr val="E1DFDD"/>
          </a:solidFill>
          <a:ln w="12700">
            <a:solidFill>
              <a:srgbClr val="E1DFDD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32"/>
          <p:cNvSpPr/>
          <p:nvPr/>
        </p:nvSpPr>
        <p:spPr>
          <a:xfrm>
            <a:off x="5934456" y="2495398"/>
            <a:ext cx="1514246" cy="390449"/>
          </a:xfrm>
          <a:prstGeom prst="rect">
            <a:avLst/>
          </a:prstGeom>
          <a:solidFill>
            <a:srgbClr val="E6F2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hape 33"/>
          <p:cNvSpPr/>
          <p:nvPr/>
        </p:nvSpPr>
        <p:spPr>
          <a:xfrm>
            <a:off x="5934456" y="2495398"/>
            <a:ext cx="28346" cy="390449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34"/>
          <p:cNvSpPr txBox="1"/>
          <p:nvPr/>
        </p:nvSpPr>
        <p:spPr>
          <a:xfrm>
            <a:off x="6562649" y="2495398"/>
            <a:ext cx="947318" cy="3913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 I miei file 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6" name="Image 9" descr="preencoded.png"/>
          <p:cNvPicPr>
            <a:picLocks noChangeAspect="1"/>
          </p:cNvPicPr>
          <p:nvPr/>
        </p:nvPicPr>
        <p:blipFill>
          <a:blip r:embed="rId12"/>
          <a:srcRect l="-21233" r="-21233"/>
          <a:stretch/>
        </p:blipFill>
        <p:spPr>
          <a:xfrm>
            <a:off x="6152998" y="2621585"/>
            <a:ext cx="190195" cy="133502"/>
          </a:xfrm>
          <a:prstGeom prst="rect">
            <a:avLst/>
          </a:prstGeom>
        </p:spPr>
      </p:pic>
      <p:sp>
        <p:nvSpPr>
          <p:cNvPr id="47" name="Text 35"/>
          <p:cNvSpPr txBox="1"/>
          <p:nvPr/>
        </p:nvSpPr>
        <p:spPr>
          <a:xfrm>
            <a:off x="6315761" y="2880360"/>
            <a:ext cx="119420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 Recenti 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8" name="Image 10" descr="preencoded.png"/>
          <p:cNvPicPr>
            <a:picLocks noChangeAspect="1"/>
          </p:cNvPicPr>
          <p:nvPr/>
        </p:nvPicPr>
        <p:blipFill>
          <a:blip r:embed="rId13"/>
          <a:srcRect l="-21233" r="-21233"/>
          <a:stretch/>
        </p:blipFill>
        <p:spPr>
          <a:xfrm>
            <a:off x="6124651" y="3006547"/>
            <a:ext cx="190195" cy="133502"/>
          </a:xfrm>
          <a:prstGeom prst="rect">
            <a:avLst/>
          </a:prstGeom>
        </p:spPr>
      </p:pic>
      <p:sp>
        <p:nvSpPr>
          <p:cNvPr id="49" name="Text 36"/>
          <p:cNvSpPr txBox="1"/>
          <p:nvPr/>
        </p:nvSpPr>
        <p:spPr>
          <a:xfrm>
            <a:off x="6315761" y="3265322"/>
            <a:ext cx="119420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 Condivisi 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0" name="Image 11" descr="preencoded.png"/>
          <p:cNvPicPr>
            <a:picLocks noChangeAspect="1"/>
          </p:cNvPicPr>
          <p:nvPr/>
        </p:nvPicPr>
        <p:blipFill>
          <a:blip r:embed="rId14"/>
          <a:srcRect l="-6986" r="-6986"/>
          <a:stretch/>
        </p:blipFill>
        <p:spPr>
          <a:xfrm>
            <a:off x="6124651" y="3390595"/>
            <a:ext cx="190195" cy="133502"/>
          </a:xfrm>
          <a:prstGeom prst="rect">
            <a:avLst/>
          </a:prstGeom>
        </p:spPr>
      </p:pic>
      <p:sp>
        <p:nvSpPr>
          <p:cNvPr id="51" name="Text 37"/>
          <p:cNvSpPr txBox="1"/>
          <p:nvPr/>
        </p:nvSpPr>
        <p:spPr>
          <a:xfrm>
            <a:off x="6315761" y="3650285"/>
            <a:ext cx="119420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 Cestino 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2" name="Image 12" descr="preencoded.png"/>
          <p:cNvPicPr>
            <a:picLocks noChangeAspect="1"/>
          </p:cNvPicPr>
          <p:nvPr/>
        </p:nvPicPr>
        <p:blipFill>
          <a:blip r:embed="rId15"/>
          <a:srcRect l="-31409" r="-31409"/>
          <a:stretch/>
        </p:blipFill>
        <p:spPr>
          <a:xfrm>
            <a:off x="6124651" y="3775558"/>
            <a:ext cx="190195" cy="133502"/>
          </a:xfrm>
          <a:prstGeom prst="rect">
            <a:avLst/>
          </a:prstGeom>
        </p:spPr>
      </p:pic>
      <p:sp>
        <p:nvSpPr>
          <p:cNvPr id="53" name="Text 38"/>
          <p:cNvSpPr txBox="1"/>
          <p:nvPr/>
        </p:nvSpPr>
        <p:spPr>
          <a:xfrm>
            <a:off x="7648956" y="2495398"/>
            <a:ext cx="38862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I miei file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Shape 39"/>
          <p:cNvSpPr/>
          <p:nvPr/>
        </p:nvSpPr>
        <p:spPr>
          <a:xfrm>
            <a:off x="7648956" y="3133649"/>
            <a:ext cx="3771900" cy="9144"/>
          </a:xfrm>
          <a:prstGeom prst="rect">
            <a:avLst/>
          </a:prstGeom>
          <a:solidFill>
            <a:srgbClr val="E1DFDD"/>
          </a:solidFill>
          <a:ln w="12700">
            <a:solidFill>
              <a:srgbClr val="E1DFDD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Text 40"/>
          <p:cNvSpPr txBox="1"/>
          <p:nvPr/>
        </p:nvSpPr>
        <p:spPr>
          <a:xfrm>
            <a:off x="7763256" y="2838298"/>
            <a:ext cx="4956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 Nuovo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6" name="Image 13" descr="preencoded.png"/>
          <p:cNvPicPr>
            <a:picLocks noChangeAspect="1"/>
          </p:cNvPicPr>
          <p:nvPr/>
        </p:nvPicPr>
        <p:blipFill>
          <a:blip r:embed="rId16"/>
          <a:srcRect t="-1100" b="-1100"/>
          <a:stretch/>
        </p:blipFill>
        <p:spPr>
          <a:xfrm>
            <a:off x="7648956" y="2869387"/>
            <a:ext cx="114300" cy="133502"/>
          </a:xfrm>
          <a:prstGeom prst="rect">
            <a:avLst/>
          </a:prstGeom>
        </p:spPr>
      </p:pic>
      <p:sp>
        <p:nvSpPr>
          <p:cNvPr id="57" name="Text 41"/>
          <p:cNvSpPr txBox="1"/>
          <p:nvPr/>
        </p:nvSpPr>
        <p:spPr>
          <a:xfrm>
            <a:off x="8449970" y="2838298"/>
            <a:ext cx="4672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 Carica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8" name="Image 14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8316468" y="2869387"/>
            <a:ext cx="133502" cy="133502"/>
          </a:xfrm>
          <a:prstGeom prst="rect">
            <a:avLst/>
          </a:prstGeom>
        </p:spPr>
      </p:pic>
      <p:sp>
        <p:nvSpPr>
          <p:cNvPr id="59" name="Text 42"/>
          <p:cNvSpPr txBox="1"/>
          <p:nvPr/>
        </p:nvSpPr>
        <p:spPr>
          <a:xfrm>
            <a:off x="9114739" y="2838298"/>
            <a:ext cx="7909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 Sincronizza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0" name="Image 15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8981237" y="2869387"/>
            <a:ext cx="133502" cy="133502"/>
          </a:xfrm>
          <a:prstGeom prst="rect">
            <a:avLst/>
          </a:prstGeom>
        </p:spPr>
      </p:pic>
      <p:sp>
        <p:nvSpPr>
          <p:cNvPr id="61" name="Shape 43"/>
          <p:cNvSpPr/>
          <p:nvPr/>
        </p:nvSpPr>
        <p:spPr>
          <a:xfrm>
            <a:off x="7648956" y="3547872"/>
            <a:ext cx="3771900" cy="9144"/>
          </a:xfrm>
          <a:prstGeom prst="rect">
            <a:avLst/>
          </a:prstGeom>
          <a:solidFill>
            <a:srgbClr val="E1DFDD"/>
          </a:solidFill>
          <a:ln w="12700">
            <a:solidFill>
              <a:srgbClr val="E1DFDD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Text 44"/>
          <p:cNvSpPr txBox="1"/>
          <p:nvPr/>
        </p:nvSpPr>
        <p:spPr>
          <a:xfrm>
            <a:off x="7648956" y="3328416"/>
            <a:ext cx="224942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Nome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Text 45"/>
          <p:cNvSpPr txBox="1"/>
          <p:nvPr/>
        </p:nvSpPr>
        <p:spPr>
          <a:xfrm>
            <a:off x="9804197" y="3328416"/>
            <a:ext cx="11622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Modificato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Text 46"/>
          <p:cNvSpPr txBox="1"/>
          <p:nvPr/>
        </p:nvSpPr>
        <p:spPr>
          <a:xfrm>
            <a:off x="10805465" y="3328416"/>
            <a:ext cx="6199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Stato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Shape 47"/>
          <p:cNvSpPr/>
          <p:nvPr/>
        </p:nvSpPr>
        <p:spPr>
          <a:xfrm>
            <a:off x="7648956" y="4052621"/>
            <a:ext cx="3771900" cy="9144"/>
          </a:xfrm>
          <a:prstGeom prst="rect">
            <a:avLst/>
          </a:prstGeom>
          <a:solidFill>
            <a:srgbClr val="F3F2F1"/>
          </a:solidFill>
          <a:ln w="12700">
            <a:solidFill>
              <a:srgbClr val="F3F2F1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6" name="Image 16" descr="preencoded.png"/>
          <p:cNvPicPr>
            <a:picLocks noChangeAspect="1"/>
          </p:cNvPicPr>
          <p:nvPr/>
        </p:nvPicPr>
        <p:blipFill>
          <a:blip r:embed="rId19"/>
          <a:srcRect l="-13131" r="-13131"/>
          <a:stretch/>
        </p:blipFill>
        <p:spPr>
          <a:xfrm>
            <a:off x="7696505" y="3759098"/>
            <a:ext cx="228600" cy="181051"/>
          </a:xfrm>
          <a:prstGeom prst="rect">
            <a:avLst/>
          </a:prstGeom>
        </p:spPr>
      </p:pic>
      <p:sp>
        <p:nvSpPr>
          <p:cNvPr id="67" name="Text 48"/>
          <p:cNvSpPr txBox="1"/>
          <p:nvPr/>
        </p:nvSpPr>
        <p:spPr>
          <a:xfrm>
            <a:off x="8020202" y="3652114"/>
            <a:ext cx="2000707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Progetti 2026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Text 49"/>
          <p:cNvSpPr txBox="1"/>
          <p:nvPr/>
        </p:nvSpPr>
        <p:spPr>
          <a:xfrm>
            <a:off x="9935870" y="3652114"/>
            <a:ext cx="1019556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20 min fa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Shape 50"/>
          <p:cNvSpPr/>
          <p:nvPr/>
        </p:nvSpPr>
        <p:spPr>
          <a:xfrm>
            <a:off x="7648956" y="4553712"/>
            <a:ext cx="3771900" cy="9144"/>
          </a:xfrm>
          <a:prstGeom prst="rect">
            <a:avLst/>
          </a:prstGeom>
          <a:solidFill>
            <a:srgbClr val="F3F2F1"/>
          </a:solidFill>
          <a:ln w="12700">
            <a:solidFill>
              <a:srgbClr val="F3F2F1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0" name="Image 17" descr="preencoded.png"/>
          <p:cNvPicPr>
            <a:picLocks noChangeAspect="1"/>
          </p:cNvPicPr>
          <p:nvPr/>
        </p:nvPicPr>
        <p:blipFill>
          <a:blip r:embed="rId20"/>
          <a:srcRect l="-34175" r="-34175"/>
          <a:stretch/>
        </p:blipFill>
        <p:spPr>
          <a:xfrm>
            <a:off x="7696505" y="4260190"/>
            <a:ext cx="228600" cy="181051"/>
          </a:xfrm>
          <a:prstGeom prst="rect">
            <a:avLst/>
          </a:prstGeom>
        </p:spPr>
      </p:pic>
      <p:sp>
        <p:nvSpPr>
          <p:cNvPr id="71" name="Text 51"/>
          <p:cNvSpPr txBox="1"/>
          <p:nvPr/>
        </p:nvSpPr>
        <p:spPr>
          <a:xfrm>
            <a:off x="8020202" y="4153205"/>
            <a:ext cx="2000707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Bozza_Tesi.docx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Text 52"/>
          <p:cNvSpPr txBox="1"/>
          <p:nvPr/>
        </p:nvSpPr>
        <p:spPr>
          <a:xfrm>
            <a:off x="9935870" y="4153205"/>
            <a:ext cx="1019556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Ieri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Text 53"/>
          <p:cNvSpPr txBox="1"/>
          <p:nvPr/>
        </p:nvSpPr>
        <p:spPr>
          <a:xfrm>
            <a:off x="10836554" y="4153205"/>
            <a:ext cx="543154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Privato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Shape 54"/>
          <p:cNvSpPr/>
          <p:nvPr/>
        </p:nvSpPr>
        <p:spPr>
          <a:xfrm>
            <a:off x="7648956" y="5054803"/>
            <a:ext cx="3771900" cy="9144"/>
          </a:xfrm>
          <a:prstGeom prst="rect">
            <a:avLst/>
          </a:prstGeom>
          <a:solidFill>
            <a:srgbClr val="F3F2F1"/>
          </a:solidFill>
          <a:ln w="12700">
            <a:solidFill>
              <a:srgbClr val="F3F2F1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5" name="Image 18" descr="preencoded.png"/>
          <p:cNvPicPr>
            <a:picLocks noChangeAspect="1"/>
          </p:cNvPicPr>
          <p:nvPr/>
        </p:nvPicPr>
        <p:blipFill>
          <a:blip r:embed="rId21"/>
          <a:srcRect l="-34175" r="-34175"/>
          <a:stretch/>
        </p:blipFill>
        <p:spPr>
          <a:xfrm>
            <a:off x="7696505" y="4761281"/>
            <a:ext cx="228600" cy="181051"/>
          </a:xfrm>
          <a:prstGeom prst="rect">
            <a:avLst/>
          </a:prstGeom>
        </p:spPr>
      </p:pic>
      <p:sp>
        <p:nvSpPr>
          <p:cNvPr id="76" name="Text 55"/>
          <p:cNvSpPr txBox="1"/>
          <p:nvPr/>
        </p:nvSpPr>
        <p:spPr>
          <a:xfrm>
            <a:off x="8020202" y="4654296"/>
            <a:ext cx="2000707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Budget_Personale.xlsx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Text 56"/>
          <p:cNvSpPr txBox="1"/>
          <p:nvPr/>
        </p:nvSpPr>
        <p:spPr>
          <a:xfrm>
            <a:off x="9935870" y="4654296"/>
            <a:ext cx="1019556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12 Ott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8" name="Text 57"/>
          <p:cNvSpPr txBox="1"/>
          <p:nvPr/>
        </p:nvSpPr>
        <p:spPr>
          <a:xfrm>
            <a:off x="10836554" y="4654296"/>
            <a:ext cx="543154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Privato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Shape 58"/>
          <p:cNvSpPr/>
          <p:nvPr/>
        </p:nvSpPr>
        <p:spPr>
          <a:xfrm>
            <a:off x="7648956" y="5554980"/>
            <a:ext cx="3771900" cy="9144"/>
          </a:xfrm>
          <a:prstGeom prst="rect">
            <a:avLst/>
          </a:prstGeom>
          <a:solidFill>
            <a:srgbClr val="F3F2F1"/>
          </a:solidFill>
          <a:ln w="12700">
            <a:solidFill>
              <a:srgbClr val="F3F2F1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0" name="Image 19" descr="preencoded.png"/>
          <p:cNvPicPr>
            <a:picLocks noChangeAspect="1"/>
          </p:cNvPicPr>
          <p:nvPr/>
        </p:nvPicPr>
        <p:blipFill>
          <a:blip r:embed="rId22"/>
          <a:srcRect l="-13131" r="-13131"/>
          <a:stretch/>
        </p:blipFill>
        <p:spPr>
          <a:xfrm>
            <a:off x="7696505" y="5262372"/>
            <a:ext cx="228600" cy="181051"/>
          </a:xfrm>
          <a:prstGeom prst="rect">
            <a:avLst/>
          </a:prstGeom>
        </p:spPr>
      </p:pic>
      <p:sp>
        <p:nvSpPr>
          <p:cNvPr id="81" name="Text 59"/>
          <p:cNvSpPr txBox="1"/>
          <p:nvPr/>
        </p:nvSpPr>
        <p:spPr>
          <a:xfrm>
            <a:off x="8020202" y="5154473"/>
            <a:ext cx="2000707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Contratto.pdf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2" name="Text 60"/>
          <p:cNvSpPr txBox="1"/>
          <p:nvPr/>
        </p:nvSpPr>
        <p:spPr>
          <a:xfrm>
            <a:off x="9935870" y="5154473"/>
            <a:ext cx="1019556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2 Set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3" name="Image 20" descr="preencoded.png"/>
          <p:cNvPicPr>
            <a:picLocks noChangeAspect="1"/>
          </p:cNvPicPr>
          <p:nvPr/>
        </p:nvPicPr>
        <p:blipFill>
          <a:blip r:embed="rId23"/>
          <a:srcRect t="-524" b="-524"/>
          <a:stretch/>
        </p:blipFill>
        <p:spPr>
          <a:xfrm>
            <a:off x="11220602" y="3783787"/>
            <a:ext cx="152705" cy="123444"/>
          </a:xfrm>
          <a:prstGeom prst="rect">
            <a:avLst/>
          </a:prstGeom>
        </p:spPr>
      </p:pic>
      <p:pic>
        <p:nvPicPr>
          <p:cNvPr id="84" name="Image 21" descr="preencoded.png"/>
          <p:cNvPicPr>
            <a:picLocks noChangeAspect="1"/>
          </p:cNvPicPr>
          <p:nvPr/>
        </p:nvPicPr>
        <p:blipFill>
          <a:blip r:embed="rId23"/>
          <a:srcRect t="-524" b="-524"/>
          <a:stretch/>
        </p:blipFill>
        <p:spPr>
          <a:xfrm>
            <a:off x="11220602" y="5286146"/>
            <a:ext cx="152705" cy="1234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647395"/>
            <a:ext cx="12191695" cy="6458407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71500" y="933602"/>
            <a:ext cx="5333695" cy="5029200"/>
          </a:xfrm>
          <a:prstGeom prst="roundRect">
            <a:avLst>
              <a:gd name="adj" fmla="val 41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66851" y="3590849"/>
            <a:ext cx="4743907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248156" y="2952598"/>
            <a:ext cx="37627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File in Bozza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1248156" y="3258007"/>
            <a:ext cx="43104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Documenti non ancora pronti per la condivisione pubblica.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66851" y="4476902"/>
            <a:ext cx="4743907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248156" y="3838651"/>
            <a:ext cx="283372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Dati Privati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1248156" y="4143146"/>
            <a:ext cx="324246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File personali o sensibili accessibili solo a te.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1248156" y="4724705"/>
            <a:ext cx="31629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Condivisione Ad-hoc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248156" y="5029200"/>
            <a:ext cx="3620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Collaborazione temporanea con singole persone.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543154" y="5505602"/>
            <a:ext cx="5391302" cy="448056"/>
          </a:xfrm>
          <a:prstGeom prst="rect">
            <a:avLst/>
          </a:prstGeom>
          <a:solidFill>
            <a:srgbClr val="E6F2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0" cap="none" spc="57" normalizeH="0" baseline="0" noProof="0" dirty="0">
              <a:ln>
                <a:noFill/>
              </a:ln>
              <a:solidFill>
                <a:srgbClr val="0078D4"/>
              </a:solidFill>
              <a:effectLst/>
              <a:uLnTx/>
              <a:uFillTx/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57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"I miei File"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4400" y="3023921"/>
            <a:ext cx="142646" cy="190195"/>
          </a:xfrm>
          <a:prstGeom prst="rect">
            <a:avLst/>
          </a:prstGeom>
        </p:spPr>
      </p:pic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66851" y="3909974"/>
            <a:ext cx="237744" cy="190195"/>
          </a:xfrm>
          <a:prstGeom prst="rect">
            <a:avLst/>
          </a:prstGeom>
        </p:spPr>
      </p:pic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 l="-1648" r="-1648"/>
          <a:stretch/>
        </p:blipFill>
        <p:spPr>
          <a:xfrm>
            <a:off x="899770" y="4796028"/>
            <a:ext cx="171907" cy="190195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580644" y="942746"/>
            <a:ext cx="5315407" cy="1723644"/>
          </a:xfrm>
          <a:prstGeom prst="roundRect">
            <a:avLst>
              <a:gd name="adj" fmla="val 3517"/>
            </a:avLst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2952598" y="1181405"/>
            <a:ext cx="571500" cy="57150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rcRect l="-80" r="-80"/>
          <a:stretch/>
        </p:blipFill>
        <p:spPr>
          <a:xfrm>
            <a:off x="3095244" y="1352398"/>
            <a:ext cx="286207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14146" y="1895551"/>
            <a:ext cx="50484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OneDrive for Business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6"/>
          <p:cNvSpPr txBox="1"/>
          <p:nvPr/>
        </p:nvSpPr>
        <p:spPr>
          <a:xfrm>
            <a:off x="714146" y="2238451"/>
            <a:ext cx="50484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DBEAFE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Spazio Personale (ME)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17"/>
          <p:cNvSpPr/>
          <p:nvPr/>
        </p:nvSpPr>
        <p:spPr>
          <a:xfrm>
            <a:off x="6286500" y="933602"/>
            <a:ext cx="5333695" cy="5029200"/>
          </a:xfrm>
          <a:prstGeom prst="roundRect">
            <a:avLst>
              <a:gd name="adj" fmla="val 41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18"/>
          <p:cNvSpPr/>
          <p:nvPr/>
        </p:nvSpPr>
        <p:spPr>
          <a:xfrm>
            <a:off x="6581851" y="3590849"/>
            <a:ext cx="4743907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19"/>
          <p:cNvSpPr txBox="1"/>
          <p:nvPr/>
        </p:nvSpPr>
        <p:spPr>
          <a:xfrm>
            <a:off x="6963156" y="2952598"/>
            <a:ext cx="36201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File di Progetto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0"/>
          <p:cNvSpPr txBox="1"/>
          <p:nvPr/>
        </p:nvSpPr>
        <p:spPr>
          <a:xfrm>
            <a:off x="6963156" y="3258007"/>
            <a:ext cx="41458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Documenti ufficiali appartenenti al team o dipartimento.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1"/>
          <p:cNvSpPr/>
          <p:nvPr/>
        </p:nvSpPr>
        <p:spPr>
          <a:xfrm>
            <a:off x="6581851" y="4476902"/>
            <a:ext cx="4743907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2"/>
          <p:cNvSpPr txBox="1"/>
          <p:nvPr/>
        </p:nvSpPr>
        <p:spPr>
          <a:xfrm>
            <a:off x="6963156" y="3838651"/>
            <a:ext cx="298185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Intranet &amp; Portali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3"/>
          <p:cNvSpPr txBox="1"/>
          <p:nvPr/>
        </p:nvSpPr>
        <p:spPr>
          <a:xfrm>
            <a:off x="6963156" y="4143146"/>
            <a:ext cx="34116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Contenuti strutturati, news e risorse aziendali.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4"/>
          <p:cNvSpPr txBox="1"/>
          <p:nvPr/>
        </p:nvSpPr>
        <p:spPr>
          <a:xfrm>
            <a:off x="6963156" y="4724705"/>
            <a:ext cx="30861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Permessi di Gruppo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5"/>
          <p:cNvSpPr txBox="1"/>
          <p:nvPr/>
        </p:nvSpPr>
        <p:spPr>
          <a:xfrm>
            <a:off x="6963156" y="5029200"/>
            <a:ext cx="353232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Accesso gestito per interi team o ruoli aziendali.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26"/>
          <p:cNvSpPr txBox="1"/>
          <p:nvPr/>
        </p:nvSpPr>
        <p:spPr>
          <a:xfrm>
            <a:off x="6258154" y="5505602"/>
            <a:ext cx="5391302" cy="448056"/>
          </a:xfrm>
          <a:prstGeom prst="rect">
            <a:avLst/>
          </a:prstGeom>
          <a:solidFill>
            <a:srgbClr val="E6FCF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0" cap="none" spc="57" normalizeH="0" baseline="0" noProof="0" dirty="0">
              <a:ln>
                <a:noFill/>
              </a:ln>
              <a:solidFill>
                <a:srgbClr val="038387"/>
              </a:solidFill>
              <a:effectLst/>
              <a:uLnTx/>
              <a:uFillTx/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57" normalizeH="0" baseline="0" noProof="0" dirty="0">
                <a:ln>
                  <a:noFill/>
                </a:ln>
                <a:solidFill>
                  <a:srgbClr val="03838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"I nostri File"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rcRect l="-1282" r="-1282"/>
          <a:stretch/>
        </p:blipFill>
        <p:spPr>
          <a:xfrm>
            <a:off x="6590995" y="3023921"/>
            <a:ext cx="219456" cy="190195"/>
          </a:xfrm>
          <a:prstGeom prst="rect">
            <a:avLst/>
          </a:prstGeom>
        </p:spPr>
      </p:pic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rcRect l="-1282" r="-1282"/>
          <a:stretch/>
        </p:blipFill>
        <p:spPr>
          <a:xfrm>
            <a:off x="6590995" y="3909974"/>
            <a:ext cx="219456" cy="190195"/>
          </a:xfrm>
          <a:prstGeom prst="rect">
            <a:avLst/>
          </a:prstGeom>
        </p:spPr>
      </p:pic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581851" y="4796028"/>
            <a:ext cx="237744" cy="190195"/>
          </a:xfrm>
          <a:prstGeom prst="rect">
            <a:avLst/>
          </a:prstGeom>
        </p:spPr>
      </p:pic>
      <p:sp>
        <p:nvSpPr>
          <p:cNvPr id="36" name="Shape 27"/>
          <p:cNvSpPr/>
          <p:nvPr/>
        </p:nvSpPr>
        <p:spPr>
          <a:xfrm>
            <a:off x="6295644" y="942746"/>
            <a:ext cx="5315407" cy="1723644"/>
          </a:xfrm>
          <a:prstGeom prst="roundRect">
            <a:avLst>
              <a:gd name="adj" fmla="val 3517"/>
            </a:avLst>
          </a:prstGeom>
          <a:solidFill>
            <a:srgbClr val="03838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28"/>
          <p:cNvSpPr/>
          <p:nvPr/>
        </p:nvSpPr>
        <p:spPr>
          <a:xfrm>
            <a:off x="8667598" y="1181405"/>
            <a:ext cx="571500" cy="57150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10"/>
          <a:srcRect l="-80" r="-80"/>
          <a:stretch/>
        </p:blipFill>
        <p:spPr>
          <a:xfrm>
            <a:off x="8810244" y="1352398"/>
            <a:ext cx="286207" cy="228600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6429146" y="1895551"/>
            <a:ext cx="50484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SharePoint Online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0"/>
          <p:cNvSpPr txBox="1"/>
          <p:nvPr/>
        </p:nvSpPr>
        <p:spPr>
          <a:xfrm>
            <a:off x="6429146" y="2238451"/>
            <a:ext cx="50484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DBEAFE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Spazio Condiviso (WE)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31"/>
          <p:cNvSpPr/>
          <p:nvPr/>
        </p:nvSpPr>
        <p:spPr>
          <a:xfrm>
            <a:off x="571500" y="6198718"/>
            <a:ext cx="11048695" cy="629107"/>
          </a:xfrm>
          <a:prstGeom prst="roundRect">
            <a:avLst>
              <a:gd name="adj" fmla="val 17618"/>
            </a:avLst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32"/>
          <p:cNvSpPr/>
          <p:nvPr/>
        </p:nvSpPr>
        <p:spPr>
          <a:xfrm>
            <a:off x="571500" y="6198718"/>
            <a:ext cx="47549" cy="629107"/>
          </a:xfrm>
          <a:prstGeom prst="roundRect">
            <a:avLst>
              <a:gd name="adj" fmla="val 233099"/>
            </a:avLst>
          </a:prstGeom>
          <a:solidFill>
            <a:srgbClr val="D83B01"/>
          </a:solidFill>
          <a:ln w="12700">
            <a:solidFill>
              <a:srgbClr val="D83B01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3" name="Image 8" descr="preencoded.png"/>
          <p:cNvPicPr>
            <a:picLocks noChangeAspect="1"/>
          </p:cNvPicPr>
          <p:nvPr/>
        </p:nvPicPr>
        <p:blipFill>
          <a:blip r:embed="rId11"/>
          <a:srcRect l="-133" r="-133"/>
          <a:stretch/>
        </p:blipFill>
        <p:spPr>
          <a:xfrm>
            <a:off x="2723998" y="6395314"/>
            <a:ext cx="171907" cy="228600"/>
          </a:xfrm>
          <a:prstGeom prst="rect">
            <a:avLst/>
          </a:prstGeom>
        </p:spPr>
      </p:pic>
      <p:sp>
        <p:nvSpPr>
          <p:cNvPr id="44" name="Text 33"/>
          <p:cNvSpPr txBox="1"/>
          <p:nvPr/>
        </p:nvSpPr>
        <p:spPr>
          <a:xfrm>
            <a:off x="3010205" y="6388913"/>
            <a:ext cx="120152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Regola d'oro: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5" name="Image 9" descr="preencoded.png"/>
          <p:cNvPicPr>
            <a:picLocks noChangeAspect="1"/>
          </p:cNvPicPr>
          <p:nvPr/>
        </p:nvPicPr>
        <p:blipFill>
          <a:blip r:embed="rId12"/>
          <a:srcRect l="-1648" r="-1648"/>
          <a:stretch/>
        </p:blipFill>
        <p:spPr>
          <a:xfrm>
            <a:off x="4396435" y="6413602"/>
            <a:ext cx="171907" cy="190195"/>
          </a:xfrm>
          <a:prstGeom prst="rect">
            <a:avLst/>
          </a:prstGeom>
        </p:spPr>
      </p:pic>
      <p:sp>
        <p:nvSpPr>
          <p:cNvPr id="46" name="Text 34"/>
          <p:cNvSpPr txBox="1"/>
          <p:nvPr/>
        </p:nvSpPr>
        <p:spPr>
          <a:xfrm>
            <a:off x="4681728" y="6388913"/>
            <a:ext cx="181417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Se è tuo = OneDrive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7" name="Image 10" descr="preencoded.png"/>
          <p:cNvPicPr>
            <a:picLocks noChangeAspect="1"/>
          </p:cNvPicPr>
          <p:nvPr/>
        </p:nvPicPr>
        <p:blipFill>
          <a:blip r:embed="rId13"/>
          <a:srcRect l="-363" r="-363"/>
          <a:stretch/>
        </p:blipFill>
        <p:spPr>
          <a:xfrm>
            <a:off x="6582766" y="6428232"/>
            <a:ext cx="142646" cy="161849"/>
          </a:xfrm>
          <a:prstGeom prst="rect">
            <a:avLst/>
          </a:prstGeom>
        </p:spPr>
      </p:pic>
      <p:pic>
        <p:nvPicPr>
          <p:cNvPr id="48" name="Image 11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7106717" y="6413602"/>
            <a:ext cx="237744" cy="190195"/>
          </a:xfrm>
          <a:prstGeom prst="rect">
            <a:avLst/>
          </a:prstGeom>
        </p:spPr>
      </p:pic>
      <p:sp>
        <p:nvSpPr>
          <p:cNvPr id="49" name="Text 35"/>
          <p:cNvSpPr txBox="1"/>
          <p:nvPr/>
        </p:nvSpPr>
        <p:spPr>
          <a:xfrm>
            <a:off x="7458761" y="6388913"/>
            <a:ext cx="244876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Se è del team = SharePoint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Shape 36"/>
          <p:cNvSpPr/>
          <p:nvPr/>
        </p:nvSpPr>
        <p:spPr>
          <a:xfrm>
            <a:off x="0" y="0"/>
            <a:ext cx="12191695" cy="6473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Shape 37"/>
          <p:cNvSpPr/>
          <p:nvPr/>
        </p:nvSpPr>
        <p:spPr>
          <a:xfrm>
            <a:off x="0" y="60899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 38"/>
          <p:cNvSpPr txBox="1"/>
          <p:nvPr/>
        </p:nvSpPr>
        <p:spPr>
          <a:xfrm>
            <a:off x="571500" y="0"/>
            <a:ext cx="4163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52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Criteri Decisionali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Text 39"/>
          <p:cNvSpPr txBox="1"/>
          <p:nvPr/>
        </p:nvSpPr>
        <p:spPr>
          <a:xfrm>
            <a:off x="571500" y="228600"/>
            <a:ext cx="486826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OneDrive vs SharePoint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Shape 40"/>
          <p:cNvSpPr/>
          <p:nvPr/>
        </p:nvSpPr>
        <p:spPr>
          <a:xfrm>
            <a:off x="9581998" y="123444"/>
            <a:ext cx="2048256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5" name="Image 12" descr="preencoded.png"/>
          <p:cNvPicPr>
            <a:picLocks noChangeAspect="1"/>
          </p:cNvPicPr>
          <p:nvPr/>
        </p:nvPicPr>
        <p:blipFill>
          <a:blip r:embed="rId15"/>
          <a:srcRect t="-180" b="-180"/>
          <a:stretch/>
        </p:blipFill>
        <p:spPr>
          <a:xfrm>
            <a:off x="9782251" y="228600"/>
            <a:ext cx="190195" cy="152705"/>
          </a:xfrm>
          <a:prstGeom prst="rect">
            <a:avLst/>
          </a:prstGeom>
        </p:spPr>
      </p:pic>
      <p:sp>
        <p:nvSpPr>
          <p:cNvPr id="56" name="Text 41"/>
          <p:cNvSpPr txBox="1"/>
          <p:nvPr/>
        </p:nvSpPr>
        <p:spPr>
          <a:xfrm>
            <a:off x="10086746" y="123444"/>
            <a:ext cx="1400861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Quando usare cosa?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810598" y="4476902"/>
            <a:ext cx="2857500" cy="2857500"/>
          </a:xfrm>
          <a:prstGeom prst="ellipse">
            <a:avLst/>
          </a:prstGeom>
          <a:solidFill>
            <a:srgbClr val="E6F2FF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398" b="-398"/>
          <a:stretch/>
        </p:blipFill>
        <p:spPr>
          <a:xfrm>
            <a:off x="2438705" y="1524305"/>
            <a:ext cx="2194560" cy="3840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rcRect t="-398" b="-398"/>
          <a:stretch/>
        </p:blipFill>
        <p:spPr>
          <a:xfrm>
            <a:off x="5486400" y="1524305"/>
            <a:ext cx="2194560" cy="3840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rcRect t="-398" b="-398"/>
          <a:stretch/>
        </p:blipFill>
        <p:spPr>
          <a:xfrm>
            <a:off x="8534095" y="1524305"/>
            <a:ext cx="2194560" cy="38405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571500" y="3664001"/>
            <a:ext cx="2438705" cy="1837944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5"/>
          <p:cNvSpPr txBox="1"/>
          <p:nvPr/>
        </p:nvSpPr>
        <p:spPr>
          <a:xfrm>
            <a:off x="720547" y="3855110"/>
            <a:ext cx="213969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Accesso Account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6"/>
          <p:cNvSpPr txBox="1"/>
          <p:nvPr/>
        </p:nvSpPr>
        <p:spPr>
          <a:xfrm>
            <a:off x="724205" y="4224528"/>
            <a:ext cx="2134210" cy="1086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 Avvia il client OneDrive e accedi con il tuo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account aziendale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. Questo collega il dispositivo al cloud di Microsoft 365. 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15238" y="2283257"/>
            <a:ext cx="1143000" cy="114300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1986991" y="2321662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8"/>
          <p:cNvSpPr txBox="1"/>
          <p:nvPr/>
        </p:nvSpPr>
        <p:spPr>
          <a:xfrm>
            <a:off x="1948586" y="2321662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519733" y="2587752"/>
            <a:ext cx="533095" cy="533095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3444545" y="3664001"/>
            <a:ext cx="2438705" cy="205740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0"/>
          <p:cNvSpPr txBox="1"/>
          <p:nvPr/>
        </p:nvSpPr>
        <p:spPr>
          <a:xfrm>
            <a:off x="3593592" y="3855110"/>
            <a:ext cx="213969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Selezione Cartelle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1"/>
          <p:cNvSpPr txBox="1"/>
          <p:nvPr/>
        </p:nvSpPr>
        <p:spPr>
          <a:xfrm>
            <a:off x="3596335" y="4224528"/>
            <a:ext cx="2134210" cy="130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 Scegli quali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4785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cartelle sincronizzare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 sul PC. Puoi sincronizzare tutto o selezionare solo cartelle specifiche per risparmiare spazio. 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088282" y="2283257"/>
            <a:ext cx="1143000" cy="114300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4859122" y="2321662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3"/>
          <p:cNvSpPr txBox="1"/>
          <p:nvPr/>
        </p:nvSpPr>
        <p:spPr>
          <a:xfrm>
            <a:off x="4821631" y="2321662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7"/>
          <a:srcRect l="-10" r="-10"/>
          <a:stretch/>
        </p:blipFill>
        <p:spPr>
          <a:xfrm>
            <a:off x="4359859" y="2587752"/>
            <a:ext cx="599846" cy="533095"/>
          </a:xfrm>
          <a:prstGeom prst="rect">
            <a:avLst/>
          </a:prstGeom>
        </p:spPr>
      </p:pic>
      <p:sp>
        <p:nvSpPr>
          <p:cNvPr id="23" name="Shape 14"/>
          <p:cNvSpPr/>
          <p:nvPr/>
        </p:nvSpPr>
        <p:spPr>
          <a:xfrm>
            <a:off x="6316675" y="3664001"/>
            <a:ext cx="2438705" cy="1837944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15"/>
          <p:cNvSpPr txBox="1"/>
          <p:nvPr/>
        </p:nvSpPr>
        <p:spPr>
          <a:xfrm>
            <a:off x="6466637" y="3855110"/>
            <a:ext cx="213969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File On-Demand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16"/>
          <p:cNvSpPr txBox="1"/>
          <p:nvPr/>
        </p:nvSpPr>
        <p:spPr>
          <a:xfrm>
            <a:off x="6469380" y="4224528"/>
            <a:ext cx="2134210" cy="1086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 Attiva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File On-Demand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: i file sono visibili in Esplora Risorse ma occupano spazio su disco solo quando vengono aperti o scaricati. 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960413" y="2283257"/>
            <a:ext cx="1143000" cy="1143000"/>
          </a:xfrm>
          <a:prstGeom prst="rect">
            <a:avLst/>
          </a:prstGeom>
        </p:spPr>
      </p:pic>
      <p:sp>
        <p:nvSpPr>
          <p:cNvPr id="27" name="Shape 17"/>
          <p:cNvSpPr/>
          <p:nvPr/>
        </p:nvSpPr>
        <p:spPr>
          <a:xfrm>
            <a:off x="7732166" y="2321662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18"/>
          <p:cNvSpPr txBox="1"/>
          <p:nvPr/>
        </p:nvSpPr>
        <p:spPr>
          <a:xfrm>
            <a:off x="7693762" y="2321662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9"/>
          <a:srcRect l="-17" r="-17"/>
          <a:stretch/>
        </p:blipFill>
        <p:spPr>
          <a:xfrm>
            <a:off x="7199071" y="2587752"/>
            <a:ext cx="666598" cy="533095"/>
          </a:xfrm>
          <a:prstGeom prst="rect">
            <a:avLst/>
          </a:prstGeom>
        </p:spPr>
      </p:pic>
      <p:sp>
        <p:nvSpPr>
          <p:cNvPr id="30" name="Shape 19"/>
          <p:cNvSpPr/>
          <p:nvPr/>
        </p:nvSpPr>
        <p:spPr>
          <a:xfrm>
            <a:off x="9189720" y="3664001"/>
            <a:ext cx="2438705" cy="1837944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0"/>
          <p:cNvSpPr txBox="1"/>
          <p:nvPr/>
        </p:nvSpPr>
        <p:spPr>
          <a:xfrm>
            <a:off x="9338767" y="3855110"/>
            <a:ext cx="213969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Stato &amp; Conflitti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21"/>
          <p:cNvSpPr txBox="1"/>
          <p:nvPr/>
        </p:nvSpPr>
        <p:spPr>
          <a:xfrm>
            <a:off x="9341510" y="4224528"/>
            <a:ext cx="2134210" cy="1086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 Monitora le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icone di stato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 (nuvola, spunta verde, sync) e risolvi eventuali conflitti di sincronizzazione direttamente dal client. 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9833458" y="2283257"/>
            <a:ext cx="1143000" cy="1143000"/>
          </a:xfrm>
          <a:prstGeom prst="rect">
            <a:avLst/>
          </a:prstGeom>
        </p:spPr>
      </p:pic>
      <p:sp>
        <p:nvSpPr>
          <p:cNvPr id="34" name="Shape 22"/>
          <p:cNvSpPr/>
          <p:nvPr/>
        </p:nvSpPr>
        <p:spPr>
          <a:xfrm>
            <a:off x="10605211" y="2321662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23"/>
          <p:cNvSpPr txBox="1"/>
          <p:nvPr/>
        </p:nvSpPr>
        <p:spPr>
          <a:xfrm>
            <a:off x="10566806" y="2321662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6" name="Image 10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0137953" y="2587752"/>
            <a:ext cx="533095" cy="533095"/>
          </a:xfrm>
          <a:prstGeom prst="rect">
            <a:avLst/>
          </a:prstGeom>
        </p:spPr>
      </p:pic>
      <p:sp>
        <p:nvSpPr>
          <p:cNvPr id="37" name="Shape 24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25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26"/>
          <p:cNvSpPr txBox="1"/>
          <p:nvPr/>
        </p:nvSpPr>
        <p:spPr>
          <a:xfrm>
            <a:off x="571500" y="152705"/>
            <a:ext cx="7049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52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Guida Operativa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27"/>
          <p:cNvSpPr txBox="1"/>
          <p:nvPr/>
        </p:nvSpPr>
        <p:spPr>
          <a:xfrm>
            <a:off x="571500" y="381305"/>
            <a:ext cx="826983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Sincronizzazione Desktop OneDrive Sync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28"/>
          <p:cNvSpPr/>
          <p:nvPr/>
        </p:nvSpPr>
        <p:spPr>
          <a:xfrm>
            <a:off x="10222992" y="276149"/>
            <a:ext cx="1399946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2" name="Image 11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0423246" y="381305"/>
            <a:ext cx="152705" cy="152705"/>
          </a:xfrm>
          <a:prstGeom prst="rect">
            <a:avLst/>
          </a:prstGeom>
        </p:spPr>
      </p:pic>
      <p:sp>
        <p:nvSpPr>
          <p:cNvPr id="43" name="Text 29"/>
          <p:cNvSpPr txBox="1"/>
          <p:nvPr/>
        </p:nvSpPr>
        <p:spPr>
          <a:xfrm>
            <a:off x="10689336" y="276149"/>
            <a:ext cx="790956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Sync Client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71500" y="1904695"/>
            <a:ext cx="3429000" cy="4000500"/>
          </a:xfrm>
          <a:prstGeom prst="roundRect">
            <a:avLst>
              <a:gd name="adj" fmla="val 889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402" b="-402"/>
          <a:stretch/>
        </p:blipFill>
        <p:spPr>
          <a:xfrm>
            <a:off x="580644" y="1914754"/>
            <a:ext cx="3409798" cy="5760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10158" y="3534156"/>
            <a:ext cx="295259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Ambito del Link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828446" y="4042562"/>
            <a:ext cx="2915107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Scegli chi può accedere: "Chiunque" (pubblico), "Persone nell'organizzazione" (interno) o "Persone specifiche" (sicuro).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828446" y="5256886"/>
            <a:ext cx="2915107" cy="342900"/>
          </a:xfrm>
          <a:prstGeom prst="rect">
            <a:avLst/>
          </a:prstGeom>
          <a:solidFill>
            <a:srgbClr val="F3F2F1"/>
          </a:solidFill>
          <a:ln w="12700">
            <a:solidFill>
              <a:srgbClr val="EDEBE9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Targeting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l="-1507" r="-1507"/>
          <a:stretch/>
        </p:blipFill>
        <p:spPr>
          <a:xfrm>
            <a:off x="1848917" y="5359298"/>
            <a:ext cx="171907" cy="13350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381805" y="1904695"/>
            <a:ext cx="3429000" cy="4000500"/>
          </a:xfrm>
          <a:prstGeom prst="roundRect">
            <a:avLst>
              <a:gd name="adj" fmla="val 889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 t="-402" b="-402"/>
          <a:stretch/>
        </p:blipFill>
        <p:spPr>
          <a:xfrm>
            <a:off x="4390949" y="1914754"/>
            <a:ext cx="3409798" cy="5760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620463" y="3534156"/>
            <a:ext cx="295259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Livelli di Accesso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9"/>
          <p:cNvSpPr txBox="1"/>
          <p:nvPr/>
        </p:nvSpPr>
        <p:spPr>
          <a:xfrm>
            <a:off x="4638751" y="4042562"/>
            <a:ext cx="2915107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Controlla le azioni consentite: imposta "Sola visualizzazione", "Revisione" o "Modifica completa" dei documenti.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0"/>
          <p:cNvSpPr txBox="1"/>
          <p:nvPr/>
        </p:nvSpPr>
        <p:spPr>
          <a:xfrm>
            <a:off x="4638751" y="5256886"/>
            <a:ext cx="2915107" cy="342900"/>
          </a:xfrm>
          <a:prstGeom prst="rect">
            <a:avLst/>
          </a:prstGeom>
          <a:solidFill>
            <a:srgbClr val="F3F2F1"/>
          </a:solidFill>
          <a:ln w="12700">
            <a:solidFill>
              <a:srgbClr val="EDEBE9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View vs Edit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 l="-837" r="-837"/>
          <a:stretch/>
        </p:blipFill>
        <p:spPr>
          <a:xfrm>
            <a:off x="5591556" y="5359298"/>
            <a:ext cx="152705" cy="133502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91195" y="1904695"/>
            <a:ext cx="3429000" cy="4000500"/>
          </a:xfrm>
          <a:prstGeom prst="roundRect">
            <a:avLst>
              <a:gd name="adj" fmla="val 889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rcRect t="-402" b="-402"/>
          <a:stretch/>
        </p:blipFill>
        <p:spPr>
          <a:xfrm>
            <a:off x="8201254" y="1914754"/>
            <a:ext cx="3409798" cy="57607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8413394" y="3534156"/>
            <a:ext cx="298643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Protezione Avanzata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3"/>
          <p:cNvSpPr txBox="1"/>
          <p:nvPr/>
        </p:nvSpPr>
        <p:spPr>
          <a:xfrm>
            <a:off x="8449056" y="4042562"/>
            <a:ext cx="2915107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Aumenta la sicurezza impostando una data di scadenza automatica, proteggendo i link con password o bloccando il download.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4"/>
          <p:cNvSpPr txBox="1"/>
          <p:nvPr/>
        </p:nvSpPr>
        <p:spPr>
          <a:xfrm>
            <a:off x="8449056" y="5256886"/>
            <a:ext cx="2915107" cy="342900"/>
          </a:xfrm>
          <a:prstGeom prst="rect">
            <a:avLst/>
          </a:prstGeom>
          <a:solidFill>
            <a:srgbClr val="F3F2F1"/>
          </a:solidFill>
          <a:ln w="12700">
            <a:solidFill>
              <a:srgbClr val="EDEBE9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Revoca &amp; Scadenza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169603" y="5359298"/>
            <a:ext cx="133502" cy="133502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3038551" y="1723644"/>
            <a:ext cx="1143000" cy="1143000"/>
          </a:xfrm>
          <a:prstGeom prst="ellipse">
            <a:avLst/>
          </a:prstGeom>
          <a:solidFill>
            <a:srgbClr val="0078D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6848856" y="1723644"/>
            <a:ext cx="1143000" cy="1143000"/>
          </a:xfrm>
          <a:prstGeom prst="ellipse">
            <a:avLst/>
          </a:prstGeom>
          <a:solidFill>
            <a:srgbClr val="107C10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17"/>
          <p:cNvSpPr/>
          <p:nvPr/>
        </p:nvSpPr>
        <p:spPr>
          <a:xfrm>
            <a:off x="10658246" y="1723644"/>
            <a:ext cx="1143000" cy="1143000"/>
          </a:xfrm>
          <a:prstGeom prst="ellipse">
            <a:avLst/>
          </a:prstGeom>
          <a:solidFill>
            <a:srgbClr val="D13438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18"/>
          <p:cNvSpPr/>
          <p:nvPr/>
        </p:nvSpPr>
        <p:spPr>
          <a:xfrm>
            <a:off x="1809598" y="2295144"/>
            <a:ext cx="952805" cy="952805"/>
          </a:xfrm>
          <a:prstGeom prst="ellipse">
            <a:avLst/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2000707" y="2542946"/>
            <a:ext cx="571500" cy="457200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5619902" y="2295144"/>
            <a:ext cx="952805" cy="952805"/>
          </a:xfrm>
          <a:prstGeom prst="ellipse">
            <a:avLst/>
          </a:prstGeom>
          <a:solidFill>
            <a:srgbClr val="E6FF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810098" y="2542946"/>
            <a:ext cx="571500" cy="457200"/>
          </a:xfrm>
          <a:prstGeom prst="rect">
            <a:avLst/>
          </a:prstGeom>
        </p:spPr>
      </p:pic>
      <p:sp>
        <p:nvSpPr>
          <p:cNvPr id="30" name="Shape 20"/>
          <p:cNvSpPr/>
          <p:nvPr/>
        </p:nvSpPr>
        <p:spPr>
          <a:xfrm>
            <a:off x="9430207" y="2295144"/>
            <a:ext cx="952805" cy="952805"/>
          </a:xfrm>
          <a:prstGeom prst="ellipse">
            <a:avLst/>
          </a:prstGeom>
          <a:solidFill>
            <a:srgbClr val="FFE6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9734702" y="2542946"/>
            <a:ext cx="342900" cy="457200"/>
          </a:xfrm>
          <a:prstGeom prst="rect">
            <a:avLst/>
          </a:prstGeom>
        </p:spPr>
      </p:pic>
      <p:sp>
        <p:nvSpPr>
          <p:cNvPr id="32" name="Shape 21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22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23"/>
          <p:cNvSpPr txBox="1"/>
          <p:nvPr/>
        </p:nvSpPr>
        <p:spPr>
          <a:xfrm>
            <a:off x="571500" y="152705"/>
            <a:ext cx="61822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52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OneDrive for Business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24"/>
          <p:cNvSpPr txBox="1"/>
          <p:nvPr/>
        </p:nvSpPr>
        <p:spPr>
          <a:xfrm>
            <a:off x="571500" y="381305"/>
            <a:ext cx="763158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Condivisione Sicura e Gestione Link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25"/>
          <p:cNvSpPr/>
          <p:nvPr/>
        </p:nvSpPr>
        <p:spPr>
          <a:xfrm>
            <a:off x="10001707" y="276149"/>
            <a:ext cx="1619402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7" name="Image 9" descr="preencoded.png"/>
          <p:cNvPicPr>
            <a:picLocks noChangeAspect="1"/>
          </p:cNvPicPr>
          <p:nvPr/>
        </p:nvPicPr>
        <p:blipFill>
          <a:blip r:embed="rId12"/>
          <a:srcRect l="-33" r="-33"/>
          <a:stretch/>
        </p:blipFill>
        <p:spPr>
          <a:xfrm>
            <a:off x="10201961" y="381305"/>
            <a:ext cx="171907" cy="152705"/>
          </a:xfrm>
          <a:prstGeom prst="rect">
            <a:avLst/>
          </a:prstGeom>
        </p:spPr>
      </p:pic>
      <p:sp>
        <p:nvSpPr>
          <p:cNvPr id="38" name="Text 26"/>
          <p:cNvSpPr txBox="1"/>
          <p:nvPr/>
        </p:nvSpPr>
        <p:spPr>
          <a:xfrm>
            <a:off x="10487254" y="276149"/>
            <a:ext cx="99121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Best Practices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71500" y="1736446"/>
            <a:ext cx="4972507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71500" y="1736446"/>
            <a:ext cx="38405" cy="914400"/>
          </a:xfrm>
          <a:prstGeom prst="roundRect">
            <a:avLst>
              <a:gd name="adj" fmla="val 297617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61695" y="1889150"/>
            <a:ext cx="400507" cy="400507"/>
          </a:xfrm>
          <a:prstGeom prst="roundRect">
            <a:avLst>
              <a:gd name="adj" fmla="val 54360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71423" y="1998878"/>
            <a:ext cx="181051" cy="181051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33195" y="1889150"/>
            <a:ext cx="41724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Cronologia Versioni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1333195" y="2155241"/>
            <a:ext cx="41340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OneDrive salva automaticamente la cronologia delle modifiche. Puoi visualizzare e ripristinare versioni precedenti di qualsiasi file.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71500" y="2820924"/>
            <a:ext cx="4972507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571500" y="2820924"/>
            <a:ext cx="38405" cy="914400"/>
          </a:xfrm>
          <a:prstGeom prst="roundRect">
            <a:avLst>
              <a:gd name="adj" fmla="val 297617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761695" y="2973629"/>
            <a:ext cx="400507" cy="400507"/>
          </a:xfrm>
          <a:prstGeom prst="roundRect">
            <a:avLst>
              <a:gd name="adj" fmla="val 54360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71423" y="3082442"/>
            <a:ext cx="181051" cy="181051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333195" y="2973629"/>
            <a:ext cx="41724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Ripristino File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2"/>
          <p:cNvSpPr txBox="1"/>
          <p:nvPr/>
        </p:nvSpPr>
        <p:spPr>
          <a:xfrm>
            <a:off x="1333195" y="3239719"/>
            <a:ext cx="41340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Recupera file sovrascritti per errore, corrotti o infetti da ransomware tornando a uno stato precedente con un semplice clic.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571500" y="3905402"/>
            <a:ext cx="4972507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571500" y="3905402"/>
            <a:ext cx="38405" cy="914400"/>
          </a:xfrm>
          <a:prstGeom prst="roundRect">
            <a:avLst>
              <a:gd name="adj" fmla="val 297617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761695" y="4058107"/>
            <a:ext cx="400507" cy="400507"/>
          </a:xfrm>
          <a:prstGeom prst="roundRect">
            <a:avLst>
              <a:gd name="adj" fmla="val 54360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rcRect l="-1082" r="-1082"/>
          <a:stretch/>
        </p:blipFill>
        <p:spPr>
          <a:xfrm>
            <a:off x="881482" y="4166921"/>
            <a:ext cx="161849" cy="181051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333195" y="4058107"/>
            <a:ext cx="41724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Cestino Primo Livello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7"/>
          <p:cNvSpPr txBox="1"/>
          <p:nvPr/>
        </p:nvSpPr>
        <p:spPr>
          <a:xfrm>
            <a:off x="1333195" y="4324198"/>
            <a:ext cx="41340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I file eliminati dall'utente restano nel cestino per 93 giorni e possono essere recuperati autonomamente.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18"/>
          <p:cNvSpPr/>
          <p:nvPr/>
        </p:nvSpPr>
        <p:spPr>
          <a:xfrm>
            <a:off x="571500" y="4989881"/>
            <a:ext cx="4972507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19"/>
          <p:cNvSpPr/>
          <p:nvPr/>
        </p:nvSpPr>
        <p:spPr>
          <a:xfrm>
            <a:off x="571500" y="4989881"/>
            <a:ext cx="38405" cy="914400"/>
          </a:xfrm>
          <a:prstGeom prst="roundRect">
            <a:avLst>
              <a:gd name="adj" fmla="val 297617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0"/>
          <p:cNvSpPr/>
          <p:nvPr/>
        </p:nvSpPr>
        <p:spPr>
          <a:xfrm>
            <a:off x="761695" y="5141671"/>
            <a:ext cx="400507" cy="400507"/>
          </a:xfrm>
          <a:prstGeom prst="roundRect">
            <a:avLst>
              <a:gd name="adj" fmla="val 54360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rcRect l="-505" r="-505"/>
          <a:stretch/>
        </p:blipFill>
        <p:spPr>
          <a:xfrm>
            <a:off x="847649" y="5251399"/>
            <a:ext cx="228600" cy="181051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333195" y="5141671"/>
            <a:ext cx="41724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Cestino Secondo Livello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2"/>
          <p:cNvSpPr txBox="1"/>
          <p:nvPr/>
        </p:nvSpPr>
        <p:spPr>
          <a:xfrm>
            <a:off x="1333195" y="5408676"/>
            <a:ext cx="41340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Se il cestino viene svuotato, l'amministratore può ancora recuperare i dati dal "Second-stage Recycle Bin" per un periodo limitato.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3"/>
          <p:cNvSpPr/>
          <p:nvPr/>
        </p:nvSpPr>
        <p:spPr>
          <a:xfrm>
            <a:off x="5734202" y="1143000"/>
            <a:ext cx="1714500" cy="1714500"/>
          </a:xfrm>
          <a:prstGeom prst="roundRect">
            <a:avLst>
              <a:gd name="adj" fmla="val 5926"/>
            </a:avLst>
          </a:prstGeom>
          <a:solidFill>
            <a:srgbClr val="FFEBD6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4"/>
          <p:cNvSpPr/>
          <p:nvPr/>
        </p:nvSpPr>
        <p:spPr>
          <a:xfrm>
            <a:off x="9819742" y="4190695"/>
            <a:ext cx="2667305" cy="2667305"/>
          </a:xfrm>
          <a:prstGeom prst="ellipse">
            <a:avLst/>
          </a:prstGeom>
          <a:solidFill>
            <a:srgbClr val="CFE6FA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5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26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27"/>
          <p:cNvSpPr txBox="1"/>
          <p:nvPr/>
        </p:nvSpPr>
        <p:spPr>
          <a:xfrm>
            <a:off x="571500" y="152705"/>
            <a:ext cx="39913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52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Sicurezza dei Dati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28"/>
          <p:cNvSpPr txBox="1"/>
          <p:nvPr/>
        </p:nvSpPr>
        <p:spPr>
          <a:xfrm>
            <a:off x="571500" y="381305"/>
            <a:ext cx="508040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Versioning e Ripristino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29"/>
          <p:cNvSpPr/>
          <p:nvPr/>
        </p:nvSpPr>
        <p:spPr>
          <a:xfrm>
            <a:off x="9967874" y="276149"/>
            <a:ext cx="1657807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167214" y="381305"/>
            <a:ext cx="152705" cy="152705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10434218" y="276149"/>
            <a:ext cx="104790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Protezione File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rcRect l="-2" r="-2"/>
          <a:stretch/>
        </p:blipFill>
        <p:spPr>
          <a:xfrm>
            <a:off x="5924398" y="1904695"/>
            <a:ext cx="6181344" cy="4465930"/>
          </a:xfrm>
          <a:prstGeom prst="rect">
            <a:avLst/>
          </a:prstGeom>
        </p:spPr>
      </p:pic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9"/>
          <a:srcRect t="-59" b="-59"/>
          <a:stretch/>
        </p:blipFill>
        <p:spPr>
          <a:xfrm>
            <a:off x="6010351" y="1990649"/>
            <a:ext cx="6009437" cy="267005"/>
          </a:xfrm>
          <a:prstGeom prst="rect">
            <a:avLst/>
          </a:prstGeom>
        </p:spPr>
      </p:pic>
      <p:sp>
        <p:nvSpPr>
          <p:cNvPr id="40" name="Shape 31"/>
          <p:cNvSpPr/>
          <p:nvPr/>
        </p:nvSpPr>
        <p:spPr>
          <a:xfrm>
            <a:off x="6124651" y="2072030"/>
            <a:ext cx="95098" cy="9509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32"/>
          <p:cNvSpPr/>
          <p:nvPr/>
        </p:nvSpPr>
        <p:spPr>
          <a:xfrm>
            <a:off x="6277356" y="2072030"/>
            <a:ext cx="95098" cy="9509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33"/>
          <p:cNvSpPr/>
          <p:nvPr/>
        </p:nvSpPr>
        <p:spPr>
          <a:xfrm>
            <a:off x="6429146" y="2072030"/>
            <a:ext cx="95098" cy="95098"/>
          </a:xfrm>
          <a:prstGeom prst="ellipse">
            <a:avLst/>
          </a:prstGeom>
          <a:solidFill>
            <a:srgbClr val="28C9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34"/>
          <p:cNvSpPr txBox="1"/>
          <p:nvPr/>
        </p:nvSpPr>
        <p:spPr>
          <a:xfrm>
            <a:off x="6981444" y="2014423"/>
            <a:ext cx="3630168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 onedrive.live.com 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4" name="Image 7" descr="preencoded.png"/>
          <p:cNvPicPr>
            <a:picLocks noChangeAspect="1"/>
          </p:cNvPicPr>
          <p:nvPr/>
        </p:nvPicPr>
        <p:blipFill>
          <a:blip r:embed="rId10"/>
          <a:srcRect l="-2571" r="-2571"/>
          <a:stretch/>
        </p:blipFill>
        <p:spPr>
          <a:xfrm>
            <a:off x="6801307" y="2061972"/>
            <a:ext cx="105156" cy="114300"/>
          </a:xfrm>
          <a:prstGeom prst="rect">
            <a:avLst/>
          </a:prstGeom>
        </p:spPr>
      </p:pic>
      <p:sp>
        <p:nvSpPr>
          <p:cNvPr id="45" name="Shape 35"/>
          <p:cNvSpPr/>
          <p:nvPr/>
        </p:nvSpPr>
        <p:spPr>
          <a:xfrm>
            <a:off x="6010351" y="2257654"/>
            <a:ext cx="476402" cy="3562502"/>
          </a:xfrm>
          <a:prstGeom prst="rect">
            <a:avLst/>
          </a:prstGeom>
          <a:solidFill>
            <a:srgbClr val="F3F2F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Shape 36"/>
          <p:cNvSpPr/>
          <p:nvPr/>
        </p:nvSpPr>
        <p:spPr>
          <a:xfrm>
            <a:off x="6477610" y="2257654"/>
            <a:ext cx="9144" cy="3562502"/>
          </a:xfrm>
          <a:prstGeom prst="rect">
            <a:avLst/>
          </a:prstGeom>
          <a:solidFill>
            <a:srgbClr val="EDEBE9"/>
          </a:solidFill>
          <a:ln w="12700">
            <a:solidFill>
              <a:srgbClr val="EDEBE9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7" name="Image 8" descr="preencoded.png"/>
          <p:cNvPicPr>
            <a:picLocks noChangeAspect="1"/>
          </p:cNvPicPr>
          <p:nvPr/>
        </p:nvPicPr>
        <p:blipFill>
          <a:blip r:embed="rId11"/>
          <a:srcRect t="-1100" b="-1100"/>
          <a:stretch/>
        </p:blipFill>
        <p:spPr>
          <a:xfrm>
            <a:off x="6186830" y="2400300"/>
            <a:ext cx="114300" cy="133502"/>
          </a:xfrm>
          <a:prstGeom prst="rect">
            <a:avLst/>
          </a:prstGeom>
        </p:spPr>
      </p:pic>
      <p:sp>
        <p:nvSpPr>
          <p:cNvPr id="48" name="Shape 37"/>
          <p:cNvSpPr/>
          <p:nvPr/>
        </p:nvSpPr>
        <p:spPr>
          <a:xfrm>
            <a:off x="6090818" y="2800807"/>
            <a:ext cx="304495" cy="304495"/>
          </a:xfrm>
          <a:prstGeom prst="roundRect">
            <a:avLst>
              <a:gd name="adj" fmla="val 37538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9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6167628" y="2876702"/>
            <a:ext cx="152705" cy="152705"/>
          </a:xfrm>
          <a:prstGeom prst="rect">
            <a:avLst/>
          </a:prstGeom>
        </p:spPr>
      </p:pic>
      <p:pic>
        <p:nvPicPr>
          <p:cNvPr id="50" name="Image 10" descr="preencoded.png"/>
          <p:cNvPicPr>
            <a:picLocks noChangeAspect="1"/>
          </p:cNvPicPr>
          <p:nvPr/>
        </p:nvPicPr>
        <p:blipFill>
          <a:blip r:embed="rId13"/>
          <a:srcRect t="-180" b="-180"/>
          <a:stretch/>
        </p:blipFill>
        <p:spPr>
          <a:xfrm>
            <a:off x="6148426" y="3372307"/>
            <a:ext cx="190195" cy="152705"/>
          </a:xfrm>
          <a:prstGeom prst="rect">
            <a:avLst/>
          </a:prstGeom>
        </p:spPr>
      </p:pic>
      <p:pic>
        <p:nvPicPr>
          <p:cNvPr id="51" name="Image 11" descr="preencoded.png"/>
          <p:cNvPicPr>
            <a:picLocks noChangeAspect="1"/>
          </p:cNvPicPr>
          <p:nvPr/>
        </p:nvPicPr>
        <p:blipFill>
          <a:blip r:embed="rId14"/>
          <a:srcRect t="-43" b="-43"/>
          <a:stretch/>
        </p:blipFill>
        <p:spPr>
          <a:xfrm>
            <a:off x="6176772" y="5438851"/>
            <a:ext cx="133502" cy="152705"/>
          </a:xfrm>
          <a:prstGeom prst="rect">
            <a:avLst/>
          </a:prstGeom>
        </p:spPr>
      </p:pic>
      <p:sp>
        <p:nvSpPr>
          <p:cNvPr id="52" name="Shape 38"/>
          <p:cNvSpPr/>
          <p:nvPr/>
        </p:nvSpPr>
        <p:spPr>
          <a:xfrm>
            <a:off x="6486754" y="2257654"/>
            <a:ext cx="5533949" cy="356250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Shape 39"/>
          <p:cNvSpPr/>
          <p:nvPr/>
        </p:nvSpPr>
        <p:spPr>
          <a:xfrm>
            <a:off x="6486754" y="2629814"/>
            <a:ext cx="5533949" cy="9144"/>
          </a:xfrm>
          <a:prstGeom prst="rect">
            <a:avLst/>
          </a:prstGeom>
          <a:solidFill>
            <a:srgbClr val="EDEBE9"/>
          </a:solidFill>
          <a:ln w="12700">
            <a:solidFill>
              <a:srgbClr val="EDEBE9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Text 40"/>
          <p:cNvSpPr txBox="1"/>
          <p:nvPr/>
        </p:nvSpPr>
        <p:spPr>
          <a:xfrm>
            <a:off x="6676949" y="2348179"/>
            <a:ext cx="6693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I miei file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5" name="Image 12" descr="preencoded.png"/>
          <p:cNvPicPr>
            <a:picLocks noChangeAspect="1"/>
          </p:cNvPicPr>
          <p:nvPr/>
        </p:nvPicPr>
        <p:blipFill>
          <a:blip r:embed="rId15"/>
          <a:srcRect l="-3120" r="-3120"/>
          <a:stretch/>
        </p:blipFill>
        <p:spPr>
          <a:xfrm>
            <a:off x="7310628" y="2385670"/>
            <a:ext cx="75895" cy="114300"/>
          </a:xfrm>
          <a:prstGeom prst="rect">
            <a:avLst/>
          </a:prstGeom>
        </p:spPr>
      </p:pic>
      <p:sp>
        <p:nvSpPr>
          <p:cNvPr id="56" name="Text 41"/>
          <p:cNvSpPr txBox="1"/>
          <p:nvPr/>
        </p:nvSpPr>
        <p:spPr>
          <a:xfrm>
            <a:off x="7463333" y="2348179"/>
            <a:ext cx="58978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Progetti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7" name="Image 13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11410798" y="2367382"/>
            <a:ext cx="152705" cy="152705"/>
          </a:xfrm>
          <a:prstGeom prst="rect">
            <a:avLst/>
          </a:prstGeom>
        </p:spPr>
      </p:pic>
      <p:pic>
        <p:nvPicPr>
          <p:cNvPr id="58" name="Image 14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11676888" y="2367382"/>
            <a:ext cx="152705" cy="152705"/>
          </a:xfrm>
          <a:prstGeom prst="rect">
            <a:avLst/>
          </a:prstGeom>
        </p:spPr>
      </p:pic>
      <p:sp>
        <p:nvSpPr>
          <p:cNvPr id="59" name="Shape 42"/>
          <p:cNvSpPr/>
          <p:nvPr/>
        </p:nvSpPr>
        <p:spPr>
          <a:xfrm>
            <a:off x="6676949" y="3020263"/>
            <a:ext cx="2866644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Text 43"/>
          <p:cNvSpPr txBox="1"/>
          <p:nvPr/>
        </p:nvSpPr>
        <p:spPr>
          <a:xfrm>
            <a:off x="6676949" y="2829154"/>
            <a:ext cx="2981858" cy="1527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Nome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Shape 44"/>
          <p:cNvSpPr/>
          <p:nvPr/>
        </p:nvSpPr>
        <p:spPr>
          <a:xfrm>
            <a:off x="6676949" y="3639312"/>
            <a:ext cx="2866644" cy="9144"/>
          </a:xfrm>
          <a:prstGeom prst="rect">
            <a:avLst/>
          </a:prstGeom>
          <a:solidFill>
            <a:srgbClr val="F3F2F1"/>
          </a:solidFill>
          <a:ln w="12700">
            <a:solidFill>
              <a:srgbClr val="F3F2F1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2" name="Image 15" descr="preencoded.png"/>
          <p:cNvPicPr>
            <a:picLocks noChangeAspect="1"/>
          </p:cNvPicPr>
          <p:nvPr/>
        </p:nvPicPr>
        <p:blipFill>
          <a:blip r:embed="rId18"/>
          <a:srcRect l="-1773" r="-1773"/>
          <a:stretch/>
        </p:blipFill>
        <p:spPr>
          <a:xfrm>
            <a:off x="6772046" y="3286354"/>
            <a:ext cx="133502" cy="171907"/>
          </a:xfrm>
          <a:prstGeom prst="rect">
            <a:avLst/>
          </a:prstGeom>
        </p:spPr>
      </p:pic>
      <p:sp>
        <p:nvSpPr>
          <p:cNvPr id="63" name="Text 45"/>
          <p:cNvSpPr txBox="1"/>
          <p:nvPr/>
        </p:nvSpPr>
        <p:spPr>
          <a:xfrm>
            <a:off x="7019849" y="3200400"/>
            <a:ext cx="252648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Budget_2026.xlsx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Text 46"/>
          <p:cNvSpPr txBox="1"/>
          <p:nvPr/>
        </p:nvSpPr>
        <p:spPr>
          <a:xfrm>
            <a:off x="7019849" y="3390595"/>
            <a:ext cx="252648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Modificato 2 giorni fa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Shape 47"/>
          <p:cNvSpPr/>
          <p:nvPr/>
        </p:nvSpPr>
        <p:spPr>
          <a:xfrm>
            <a:off x="6676949" y="3648456"/>
            <a:ext cx="2866644" cy="543154"/>
          </a:xfrm>
          <a:prstGeom prst="rect">
            <a:avLst/>
          </a:prstGeom>
          <a:solidFill>
            <a:srgbClr val="EFF6FC"/>
          </a:solidFill>
          <a:ln w="12700">
            <a:solidFill>
              <a:srgbClr val="F3F2F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6" name="Image 16" descr="preencoded.png"/>
          <p:cNvPicPr>
            <a:picLocks noChangeAspect="1"/>
          </p:cNvPicPr>
          <p:nvPr/>
        </p:nvPicPr>
        <p:blipFill>
          <a:blip r:embed="rId19"/>
          <a:srcRect l="-1773" r="-1773"/>
          <a:stretch/>
        </p:blipFill>
        <p:spPr>
          <a:xfrm>
            <a:off x="6801307" y="3829507"/>
            <a:ext cx="133502" cy="171907"/>
          </a:xfrm>
          <a:prstGeom prst="rect">
            <a:avLst/>
          </a:prstGeom>
        </p:spPr>
      </p:pic>
      <p:sp>
        <p:nvSpPr>
          <p:cNvPr id="67" name="Text 48"/>
          <p:cNvSpPr txBox="1"/>
          <p:nvPr/>
        </p:nvSpPr>
        <p:spPr>
          <a:xfrm>
            <a:off x="7048195" y="3743554"/>
            <a:ext cx="196138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Proposta_Progetto_v2.docx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Text 49"/>
          <p:cNvSpPr txBox="1"/>
          <p:nvPr/>
        </p:nvSpPr>
        <p:spPr>
          <a:xfrm>
            <a:off x="7048195" y="3933749"/>
            <a:ext cx="17245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Modificato 10 minuti fa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Shape 50"/>
          <p:cNvSpPr/>
          <p:nvPr/>
        </p:nvSpPr>
        <p:spPr>
          <a:xfrm>
            <a:off x="8695944" y="3819449"/>
            <a:ext cx="752551" cy="190195"/>
          </a:xfrm>
          <a:prstGeom prst="roundRect">
            <a:avLst>
              <a:gd name="adj" fmla="val 96154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Text 51"/>
          <p:cNvSpPr txBox="1"/>
          <p:nvPr/>
        </p:nvSpPr>
        <p:spPr>
          <a:xfrm>
            <a:off x="8695944" y="3819449"/>
            <a:ext cx="829361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59669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Selezionato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Shape 52"/>
          <p:cNvSpPr/>
          <p:nvPr/>
        </p:nvSpPr>
        <p:spPr>
          <a:xfrm>
            <a:off x="6676949" y="4724705"/>
            <a:ext cx="2866644" cy="9144"/>
          </a:xfrm>
          <a:prstGeom prst="rect">
            <a:avLst/>
          </a:prstGeom>
          <a:solidFill>
            <a:srgbClr val="F3F2F1"/>
          </a:solidFill>
          <a:ln w="12700">
            <a:solidFill>
              <a:srgbClr val="F3F2F1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2" name="Image 17" descr="preencoded.png"/>
          <p:cNvPicPr>
            <a:picLocks noChangeAspect="1"/>
          </p:cNvPicPr>
          <p:nvPr/>
        </p:nvPicPr>
        <p:blipFill>
          <a:blip r:embed="rId20"/>
          <a:srcRect l="-1773" r="-1773"/>
          <a:stretch/>
        </p:blipFill>
        <p:spPr>
          <a:xfrm>
            <a:off x="6772046" y="4371746"/>
            <a:ext cx="133502" cy="171907"/>
          </a:xfrm>
          <a:prstGeom prst="rect">
            <a:avLst/>
          </a:prstGeom>
        </p:spPr>
      </p:pic>
      <p:sp>
        <p:nvSpPr>
          <p:cNvPr id="73" name="Text 53"/>
          <p:cNvSpPr txBox="1"/>
          <p:nvPr/>
        </p:nvSpPr>
        <p:spPr>
          <a:xfrm>
            <a:off x="7019849" y="4286707"/>
            <a:ext cx="252648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Presentazione_Kickoff.pptx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Text 54"/>
          <p:cNvSpPr txBox="1"/>
          <p:nvPr/>
        </p:nvSpPr>
        <p:spPr>
          <a:xfrm>
            <a:off x="7019849" y="4476902"/>
            <a:ext cx="252648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Modificato Ieri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5" name="Image 18" descr="preencoded.png"/>
          <p:cNvPicPr>
            <a:picLocks noChangeAspect="1"/>
          </p:cNvPicPr>
          <p:nvPr/>
        </p:nvPicPr>
        <p:blipFill>
          <a:blip r:embed="rId21"/>
          <a:srcRect l="-2" r="-2"/>
          <a:stretch/>
        </p:blipFill>
        <p:spPr>
          <a:xfrm>
            <a:off x="9733788" y="2638044"/>
            <a:ext cx="2286000" cy="3181198"/>
          </a:xfrm>
          <a:prstGeom prst="rect">
            <a:avLst/>
          </a:prstGeom>
        </p:spPr>
      </p:pic>
      <p:sp>
        <p:nvSpPr>
          <p:cNvPr id="76" name="Shape 55"/>
          <p:cNvSpPr/>
          <p:nvPr/>
        </p:nvSpPr>
        <p:spPr>
          <a:xfrm>
            <a:off x="9886493" y="3048610"/>
            <a:ext cx="1990649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Text 56"/>
          <p:cNvSpPr txBox="1"/>
          <p:nvPr/>
        </p:nvSpPr>
        <p:spPr>
          <a:xfrm>
            <a:off x="9886493" y="2781605"/>
            <a:ext cx="12865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Cronologia versioni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8" name="Image 19" descr="preencoded.png"/>
          <p:cNvPicPr>
            <a:picLocks noChangeAspect="1"/>
          </p:cNvPicPr>
          <p:nvPr/>
        </p:nvPicPr>
        <p:blipFill>
          <a:blip r:embed="rId22"/>
          <a:srcRect l="-133" r="-133"/>
          <a:stretch/>
        </p:blipFill>
        <p:spPr>
          <a:xfrm>
            <a:off x="11791188" y="2819095"/>
            <a:ext cx="85954" cy="114300"/>
          </a:xfrm>
          <a:prstGeom prst="rect">
            <a:avLst/>
          </a:prstGeom>
        </p:spPr>
      </p:pic>
      <p:sp>
        <p:nvSpPr>
          <p:cNvPr id="79" name="Shape 57"/>
          <p:cNvSpPr/>
          <p:nvPr/>
        </p:nvSpPr>
        <p:spPr>
          <a:xfrm>
            <a:off x="9886493" y="4276649"/>
            <a:ext cx="1990649" cy="9144"/>
          </a:xfrm>
          <a:prstGeom prst="rect">
            <a:avLst/>
          </a:prstGeom>
          <a:solidFill>
            <a:srgbClr val="F3F2F1"/>
          </a:solidFill>
          <a:ln w="12700">
            <a:solidFill>
              <a:srgbClr val="F3F2F1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0" name="Shape 58"/>
          <p:cNvSpPr/>
          <p:nvPr/>
        </p:nvSpPr>
        <p:spPr>
          <a:xfrm>
            <a:off x="9886493" y="3343046"/>
            <a:ext cx="75895" cy="75895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" name="Text 59"/>
          <p:cNvSpPr txBox="1"/>
          <p:nvPr/>
        </p:nvSpPr>
        <p:spPr>
          <a:xfrm>
            <a:off x="10039198" y="3305556"/>
            <a:ext cx="14849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Versione 3.0 (Corrente)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2" name="Text 60"/>
          <p:cNvSpPr txBox="1"/>
          <p:nvPr/>
        </p:nvSpPr>
        <p:spPr>
          <a:xfrm>
            <a:off x="10039198" y="3495751"/>
            <a:ext cx="19147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Modificato da: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Tu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3" name="Text 61"/>
          <p:cNvSpPr txBox="1"/>
          <p:nvPr/>
        </p:nvSpPr>
        <p:spPr>
          <a:xfrm>
            <a:off x="10039198" y="3724351"/>
            <a:ext cx="19147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Oggi, 10:45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" name="Text 62"/>
          <p:cNvSpPr txBox="1"/>
          <p:nvPr/>
        </p:nvSpPr>
        <p:spPr>
          <a:xfrm>
            <a:off x="10039198" y="3952951"/>
            <a:ext cx="19147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15.4 KB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" name="Shape 63"/>
          <p:cNvSpPr/>
          <p:nvPr/>
        </p:nvSpPr>
        <p:spPr>
          <a:xfrm>
            <a:off x="9886493" y="5325466"/>
            <a:ext cx="1990649" cy="9144"/>
          </a:xfrm>
          <a:prstGeom prst="rect">
            <a:avLst/>
          </a:prstGeom>
          <a:solidFill>
            <a:srgbClr val="F3F2F1"/>
          </a:solidFill>
          <a:ln w="12700">
            <a:solidFill>
              <a:srgbClr val="F3F2F1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6" name="Shape 64"/>
          <p:cNvSpPr/>
          <p:nvPr/>
        </p:nvSpPr>
        <p:spPr>
          <a:xfrm>
            <a:off x="9886493" y="4419295"/>
            <a:ext cx="75895" cy="7589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" name="Text 65"/>
          <p:cNvSpPr txBox="1"/>
          <p:nvPr/>
        </p:nvSpPr>
        <p:spPr>
          <a:xfrm>
            <a:off x="10039198" y="4381805"/>
            <a:ext cx="75986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Versione 2.0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8" name="Text 66"/>
          <p:cNvSpPr txBox="1"/>
          <p:nvPr/>
        </p:nvSpPr>
        <p:spPr>
          <a:xfrm>
            <a:off x="10039198" y="4572000"/>
            <a:ext cx="21771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Modificato da: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M. Rossi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9" name="Text 67"/>
          <p:cNvSpPr txBox="1"/>
          <p:nvPr/>
        </p:nvSpPr>
        <p:spPr>
          <a:xfrm>
            <a:off x="10039198" y="4800600"/>
            <a:ext cx="19147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Ieri, 16:30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0" name="Text 68"/>
          <p:cNvSpPr txBox="1"/>
          <p:nvPr/>
        </p:nvSpPr>
        <p:spPr>
          <a:xfrm>
            <a:off x="10211105" y="5067605"/>
            <a:ext cx="174284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 Ripristina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1" name="Shape 69"/>
          <p:cNvSpPr/>
          <p:nvPr/>
        </p:nvSpPr>
        <p:spPr>
          <a:xfrm>
            <a:off x="9886493" y="6370625"/>
            <a:ext cx="1990649" cy="9144"/>
          </a:xfrm>
          <a:prstGeom prst="rect">
            <a:avLst/>
          </a:prstGeom>
          <a:solidFill>
            <a:srgbClr val="F3F2F1"/>
          </a:solidFill>
          <a:ln w="12700">
            <a:solidFill>
              <a:srgbClr val="F3F2F1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" name="Shape 70"/>
          <p:cNvSpPr/>
          <p:nvPr/>
        </p:nvSpPr>
        <p:spPr>
          <a:xfrm>
            <a:off x="9886493" y="5465369"/>
            <a:ext cx="75895" cy="7589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3" name="Text 71"/>
          <p:cNvSpPr txBox="1"/>
          <p:nvPr/>
        </p:nvSpPr>
        <p:spPr>
          <a:xfrm>
            <a:off x="10039198" y="5426964"/>
            <a:ext cx="73700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Versione 1.0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4" name="Text 72"/>
          <p:cNvSpPr txBox="1"/>
          <p:nvPr/>
        </p:nvSpPr>
        <p:spPr>
          <a:xfrm>
            <a:off x="10039198" y="5618074"/>
            <a:ext cx="19147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Modificato da: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Tu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5" name="Text 73"/>
          <p:cNvSpPr txBox="1"/>
          <p:nvPr/>
        </p:nvSpPr>
        <p:spPr>
          <a:xfrm>
            <a:off x="10039198" y="5846674"/>
            <a:ext cx="19147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20 Ott, 09:15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6" name="Text 74"/>
          <p:cNvSpPr txBox="1"/>
          <p:nvPr/>
        </p:nvSpPr>
        <p:spPr>
          <a:xfrm>
            <a:off x="10211105" y="6112764"/>
            <a:ext cx="174284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 Ripristina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7" name="Image 20" descr="preencoded.png"/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10039198" y="5090465"/>
            <a:ext cx="105156" cy="105156"/>
          </a:xfrm>
          <a:prstGeom prst="rect">
            <a:avLst/>
          </a:prstGeom>
        </p:spPr>
      </p:pic>
      <p:pic>
        <p:nvPicPr>
          <p:cNvPr id="98" name="Image 21" descr="preencoded.png"/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10039198" y="6135624"/>
            <a:ext cx="105156" cy="1051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762695" y="3429000"/>
            <a:ext cx="4953305" cy="4953305"/>
          </a:xfrm>
          <a:prstGeom prst="ellipse">
            <a:avLst/>
          </a:prstGeom>
          <a:solidFill>
            <a:srgbClr val="FDE7E9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D13438"/>
          </a:solidFill>
          <a:ln w="12700">
            <a:solidFill>
              <a:srgbClr val="D13438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571500" y="152705"/>
            <a:ext cx="52578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52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Best Practices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71500" y="381305"/>
            <a:ext cx="614385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Errori Comuni e Contromisure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270541" y="276149"/>
            <a:ext cx="1352398" cy="362102"/>
          </a:xfrm>
          <a:prstGeom prst="roundRect">
            <a:avLst>
              <a:gd name="adj" fmla="val 5316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470794" y="381305"/>
            <a:ext cx="152705" cy="15270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0737799" y="276149"/>
            <a:ext cx="743407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B91C1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Da Evitare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571500" y="1725473"/>
            <a:ext cx="6077102" cy="961949"/>
          </a:xfrm>
          <a:prstGeom prst="roundRect">
            <a:avLst>
              <a:gd name="adj" fmla="val 7529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571500" y="1725473"/>
            <a:ext cx="57607" cy="961949"/>
          </a:xfrm>
          <a:prstGeom prst="roundRect">
            <a:avLst>
              <a:gd name="adj" fmla="val 125727"/>
            </a:avLst>
          </a:prstGeom>
          <a:solidFill>
            <a:srgbClr val="D13438"/>
          </a:solidFill>
          <a:ln w="12700">
            <a:solidFill>
              <a:srgbClr val="D13438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866851" y="1991563"/>
            <a:ext cx="428854" cy="428854"/>
          </a:xfrm>
          <a:prstGeom prst="ellipse">
            <a:avLst/>
          </a:prstGeom>
          <a:solidFill>
            <a:srgbClr val="FDE7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 l="-505" r="-505"/>
          <a:stretch/>
        </p:blipFill>
        <p:spPr>
          <a:xfrm>
            <a:off x="966521" y="2115922"/>
            <a:ext cx="228600" cy="181051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438351" y="1897380"/>
            <a:ext cx="50868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Non usare come Cartella Team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4"/>
          <p:cNvSpPr txBox="1"/>
          <p:nvPr/>
        </p:nvSpPr>
        <p:spPr>
          <a:xfrm>
            <a:off x="1438351" y="2165299"/>
            <a:ext cx="504840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OneDrive è personale. Se l'utente esce dall'azienda, i dati vengono eliminati dopo 30 giorni. Rischio perdita dati.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571500" y="2858414"/>
            <a:ext cx="6077102" cy="961949"/>
          </a:xfrm>
          <a:prstGeom prst="roundRect">
            <a:avLst>
              <a:gd name="adj" fmla="val 7529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571500" y="2858414"/>
            <a:ext cx="57607" cy="961949"/>
          </a:xfrm>
          <a:prstGeom prst="roundRect">
            <a:avLst>
              <a:gd name="adj" fmla="val 125727"/>
            </a:avLst>
          </a:prstGeom>
          <a:solidFill>
            <a:srgbClr val="D13438"/>
          </a:solidFill>
          <a:ln w="12700">
            <a:solidFill>
              <a:srgbClr val="D13438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7"/>
          <p:cNvSpPr/>
          <p:nvPr/>
        </p:nvSpPr>
        <p:spPr>
          <a:xfrm>
            <a:off x="866851" y="3124505"/>
            <a:ext cx="428854" cy="428854"/>
          </a:xfrm>
          <a:prstGeom prst="ellipse">
            <a:avLst/>
          </a:prstGeom>
          <a:solidFill>
            <a:srgbClr val="FDE7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rcRect l="-505" r="-505"/>
          <a:stretch/>
        </p:blipFill>
        <p:spPr>
          <a:xfrm>
            <a:off x="966521" y="3247949"/>
            <a:ext cx="228600" cy="181051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438351" y="3029407"/>
            <a:ext cx="50868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Troppi Link Sparsi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19"/>
          <p:cNvSpPr txBox="1"/>
          <p:nvPr/>
        </p:nvSpPr>
        <p:spPr>
          <a:xfrm>
            <a:off x="1438351" y="3298241"/>
            <a:ext cx="504840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Condividere file singolarmente crea caos nei permessi. Difficile revocare l'accesso o tracciare chi vede cosa.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0"/>
          <p:cNvSpPr/>
          <p:nvPr/>
        </p:nvSpPr>
        <p:spPr>
          <a:xfrm>
            <a:off x="571500" y="3991356"/>
            <a:ext cx="6077102" cy="961949"/>
          </a:xfrm>
          <a:prstGeom prst="roundRect">
            <a:avLst>
              <a:gd name="adj" fmla="val 7529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1"/>
          <p:cNvSpPr/>
          <p:nvPr/>
        </p:nvSpPr>
        <p:spPr>
          <a:xfrm>
            <a:off x="571500" y="3991356"/>
            <a:ext cx="57607" cy="961949"/>
          </a:xfrm>
          <a:prstGeom prst="roundRect">
            <a:avLst>
              <a:gd name="adj" fmla="val 125727"/>
            </a:avLst>
          </a:prstGeom>
          <a:solidFill>
            <a:srgbClr val="D13438"/>
          </a:solidFill>
          <a:ln w="12700">
            <a:solidFill>
              <a:srgbClr val="D13438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2"/>
          <p:cNvSpPr/>
          <p:nvPr/>
        </p:nvSpPr>
        <p:spPr>
          <a:xfrm>
            <a:off x="866851" y="4257446"/>
            <a:ext cx="428854" cy="428854"/>
          </a:xfrm>
          <a:prstGeom prst="ellipse">
            <a:avLst/>
          </a:prstGeom>
          <a:solidFill>
            <a:srgbClr val="FDE7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90295" y="4380890"/>
            <a:ext cx="181051" cy="181051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1438351" y="4162349"/>
            <a:ext cx="50868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File Aziendali in Spazi Personali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4"/>
          <p:cNvSpPr txBox="1"/>
          <p:nvPr/>
        </p:nvSpPr>
        <p:spPr>
          <a:xfrm>
            <a:off x="1438351" y="4431182"/>
            <a:ext cx="504840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Salvare documenti critici solo nel proprio spazio privato crea "silos" di dati, bloccando la collaborazione.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5"/>
          <p:cNvSpPr/>
          <p:nvPr/>
        </p:nvSpPr>
        <p:spPr>
          <a:xfrm>
            <a:off x="571500" y="5123383"/>
            <a:ext cx="6077102" cy="961949"/>
          </a:xfrm>
          <a:prstGeom prst="roundRect">
            <a:avLst>
              <a:gd name="adj" fmla="val 7529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26"/>
          <p:cNvSpPr/>
          <p:nvPr/>
        </p:nvSpPr>
        <p:spPr>
          <a:xfrm>
            <a:off x="571500" y="5123383"/>
            <a:ext cx="57607" cy="961949"/>
          </a:xfrm>
          <a:prstGeom prst="roundRect">
            <a:avLst>
              <a:gd name="adj" fmla="val 125727"/>
            </a:avLst>
          </a:prstGeom>
          <a:solidFill>
            <a:srgbClr val="D13438"/>
          </a:solidFill>
          <a:ln w="12700">
            <a:solidFill>
              <a:srgbClr val="D13438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27"/>
          <p:cNvSpPr/>
          <p:nvPr/>
        </p:nvSpPr>
        <p:spPr>
          <a:xfrm>
            <a:off x="866851" y="5390388"/>
            <a:ext cx="428854" cy="428854"/>
          </a:xfrm>
          <a:prstGeom prst="ellipse">
            <a:avLst/>
          </a:prstGeom>
          <a:solidFill>
            <a:srgbClr val="FDE7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rcRect l="-1403" r="-1403"/>
          <a:stretch/>
        </p:blipFill>
        <p:spPr>
          <a:xfrm>
            <a:off x="976579" y="5513832"/>
            <a:ext cx="209398" cy="181051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1438351" y="5295290"/>
            <a:ext cx="50868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Mancata Struttura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29"/>
          <p:cNvSpPr txBox="1"/>
          <p:nvPr/>
        </p:nvSpPr>
        <p:spPr>
          <a:xfrm>
            <a:off x="1438351" y="5564124"/>
            <a:ext cx="504840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Usare OneDrive come un "cestino" disorganizzato impedisce la sincronizzazione efficace e la ricerca rapida.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125005" y="1429207"/>
            <a:ext cx="4496105" cy="4953305"/>
          </a:xfrm>
          <a:prstGeom prst="rect">
            <a:avLst/>
          </a:prstGeom>
        </p:spPr>
      </p:pic>
      <p:sp>
        <p:nvSpPr>
          <p:cNvPr id="38" name="Shape 30"/>
          <p:cNvSpPr/>
          <p:nvPr/>
        </p:nvSpPr>
        <p:spPr>
          <a:xfrm>
            <a:off x="7134149" y="1438351"/>
            <a:ext cx="4476902" cy="609905"/>
          </a:xfrm>
          <a:prstGeom prst="roundRect">
            <a:avLst>
              <a:gd name="adj" fmla="val 37481"/>
            </a:avLst>
          </a:prstGeom>
          <a:solidFill>
            <a:srgbClr val="107C1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1"/>
          <p:cNvSpPr txBox="1"/>
          <p:nvPr/>
        </p:nvSpPr>
        <p:spPr>
          <a:xfrm>
            <a:off x="7362749" y="1609344"/>
            <a:ext cx="42483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Contromisure Pratiche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157362" y="1643177"/>
            <a:ext cx="190195" cy="190195"/>
          </a:xfrm>
          <a:prstGeom prst="rect">
            <a:avLst/>
          </a:prstGeom>
        </p:spPr>
      </p:pic>
      <p:sp>
        <p:nvSpPr>
          <p:cNvPr id="41" name="Shape 32"/>
          <p:cNvSpPr/>
          <p:nvPr/>
        </p:nvSpPr>
        <p:spPr>
          <a:xfrm>
            <a:off x="7372807" y="3096158"/>
            <a:ext cx="4000500" cy="9144"/>
          </a:xfrm>
          <a:prstGeom prst="rect">
            <a:avLst/>
          </a:prstGeom>
          <a:solidFill>
            <a:srgbClr val="EDEBE9"/>
          </a:solidFill>
          <a:ln w="12700">
            <a:solidFill>
              <a:srgbClr val="EDEBE9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7372807" y="2314346"/>
            <a:ext cx="171907" cy="171907"/>
          </a:xfrm>
          <a:prstGeom prst="rect">
            <a:avLst/>
          </a:prstGeom>
        </p:spPr>
      </p:pic>
      <p:sp>
        <p:nvSpPr>
          <p:cNvPr id="43" name="Shape 33"/>
          <p:cNvSpPr/>
          <p:nvPr/>
        </p:nvSpPr>
        <p:spPr>
          <a:xfrm>
            <a:off x="7372807" y="4056278"/>
            <a:ext cx="4000500" cy="9144"/>
          </a:xfrm>
          <a:prstGeom prst="rect">
            <a:avLst/>
          </a:prstGeom>
          <a:solidFill>
            <a:srgbClr val="EDEBE9"/>
          </a:solidFill>
          <a:ln w="12700">
            <a:solidFill>
              <a:srgbClr val="EDEBE9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4" name="Image 8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7372807" y="3274466"/>
            <a:ext cx="171907" cy="171907"/>
          </a:xfrm>
          <a:prstGeom prst="rect">
            <a:avLst/>
          </a:prstGeom>
        </p:spPr>
      </p:pic>
      <p:sp>
        <p:nvSpPr>
          <p:cNvPr id="45" name="Shape 34"/>
          <p:cNvSpPr/>
          <p:nvPr/>
        </p:nvSpPr>
        <p:spPr>
          <a:xfrm>
            <a:off x="7372807" y="5016398"/>
            <a:ext cx="4000500" cy="9144"/>
          </a:xfrm>
          <a:prstGeom prst="rect">
            <a:avLst/>
          </a:prstGeom>
          <a:solidFill>
            <a:srgbClr val="EDEBE9"/>
          </a:solidFill>
          <a:ln w="12700">
            <a:solidFill>
              <a:srgbClr val="EDEBE9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6" name="Image 9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7372807" y="4234586"/>
            <a:ext cx="171907" cy="171907"/>
          </a:xfrm>
          <a:prstGeom prst="rect">
            <a:avLst/>
          </a:prstGeom>
        </p:spPr>
      </p:pic>
      <p:sp>
        <p:nvSpPr>
          <p:cNvPr id="47" name="Shape 35"/>
          <p:cNvSpPr/>
          <p:nvPr/>
        </p:nvSpPr>
        <p:spPr>
          <a:xfrm>
            <a:off x="7372807" y="5166360"/>
            <a:ext cx="4000500" cy="1028700"/>
          </a:xfrm>
          <a:prstGeom prst="roundRect">
            <a:avLst>
              <a:gd name="adj" fmla="val 6584"/>
            </a:avLst>
          </a:prstGeom>
          <a:solidFill>
            <a:srgbClr val="FFF4CE"/>
          </a:solidFill>
          <a:ln w="12700">
            <a:solidFill>
              <a:srgbClr val="D1343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36"/>
          <p:cNvSpPr txBox="1"/>
          <p:nvPr/>
        </p:nvSpPr>
        <p:spPr>
          <a:xfrm>
            <a:off x="7753198" y="5319065"/>
            <a:ext cx="35817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 Scenario di Rischio: 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9" name="Image 10" descr="preencoded.png"/>
          <p:cNvPicPr>
            <a:picLocks noChangeAspect="1"/>
          </p:cNvPicPr>
          <p:nvPr/>
        </p:nvPicPr>
        <p:blipFill>
          <a:blip r:embed="rId11"/>
          <a:srcRect t="-524" b="-524"/>
          <a:stretch/>
        </p:blipFill>
        <p:spPr>
          <a:xfrm>
            <a:off x="7524598" y="5341925"/>
            <a:ext cx="152705" cy="123444"/>
          </a:xfrm>
          <a:prstGeom prst="rect">
            <a:avLst/>
          </a:prstGeom>
        </p:spPr>
      </p:pic>
      <p:sp>
        <p:nvSpPr>
          <p:cNvPr id="50" name="Text 37"/>
          <p:cNvSpPr txBox="1"/>
          <p:nvPr/>
        </p:nvSpPr>
        <p:spPr>
          <a:xfrm>
            <a:off x="7524598" y="5527548"/>
            <a:ext cx="377190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B3A39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Marco lascia l'azienda. Il suo account viene disattivato. I documenti del progetto "Alpha" sul suo Desktop (OneDrive) vengono cancellati definitivamente.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Text 38"/>
          <p:cNvSpPr txBox="1"/>
          <p:nvPr/>
        </p:nvSpPr>
        <p:spPr>
          <a:xfrm>
            <a:off x="7658100" y="2551176"/>
            <a:ext cx="3562502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Sposta i file di progetto nei siti SharePoint o Teams, dove i dati sopravvivono all'utente.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 39"/>
          <p:cNvSpPr txBox="1"/>
          <p:nvPr/>
        </p:nvSpPr>
        <p:spPr>
          <a:xfrm>
            <a:off x="7658100" y="3511296"/>
            <a:ext cx="3400654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Migra i documenti finali dallo spazio personale a quello condiviso per la collaborazione.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Text 40"/>
          <p:cNvSpPr txBox="1"/>
          <p:nvPr/>
        </p:nvSpPr>
        <p:spPr>
          <a:xfrm>
            <a:off x="7658100" y="4470502"/>
            <a:ext cx="358170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Usa "Gestisci Accesso" per revocare link vecchi e preferisci dare accesso al sito intero.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810598" y="4476902"/>
            <a:ext cx="2857500" cy="2857500"/>
          </a:xfrm>
          <a:prstGeom prst="ellipse">
            <a:avLst/>
          </a:prstGeom>
          <a:solidFill>
            <a:srgbClr val="E6F2FF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398" b="-398"/>
          <a:stretch/>
        </p:blipFill>
        <p:spPr>
          <a:xfrm>
            <a:off x="2438705" y="1524305"/>
            <a:ext cx="2194560" cy="3840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rcRect t="-398" b="-398"/>
          <a:stretch/>
        </p:blipFill>
        <p:spPr>
          <a:xfrm>
            <a:off x="5486400" y="1524305"/>
            <a:ext cx="2194560" cy="3840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rcRect t="-398" b="-398"/>
          <a:stretch/>
        </p:blipFill>
        <p:spPr>
          <a:xfrm>
            <a:off x="8534095" y="1524305"/>
            <a:ext cx="2194560" cy="38405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571500" y="3772814"/>
            <a:ext cx="2438705" cy="1837944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5"/>
          <p:cNvSpPr txBox="1"/>
          <p:nvPr/>
        </p:nvSpPr>
        <p:spPr>
          <a:xfrm>
            <a:off x="720547" y="3963010"/>
            <a:ext cx="213969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Carica File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6"/>
          <p:cNvSpPr txBox="1"/>
          <p:nvPr/>
        </p:nvSpPr>
        <p:spPr>
          <a:xfrm>
            <a:off x="724205" y="4333342"/>
            <a:ext cx="2134210" cy="1086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 Carica un documento (Word o Excel) nel tuo spazio OneDrive for Business usando il pulsante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Nuovo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 o trascinando il file. 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15238" y="2392070"/>
            <a:ext cx="1143000" cy="114300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1986991" y="2429561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8"/>
          <p:cNvSpPr txBox="1"/>
          <p:nvPr/>
        </p:nvSpPr>
        <p:spPr>
          <a:xfrm>
            <a:off x="1948586" y="2429561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rcRect l="-17" r="-17"/>
          <a:stretch/>
        </p:blipFill>
        <p:spPr>
          <a:xfrm>
            <a:off x="1453896" y="2696566"/>
            <a:ext cx="666598" cy="533095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3444545" y="3772814"/>
            <a:ext cx="2438705" cy="1837944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0"/>
          <p:cNvSpPr txBox="1"/>
          <p:nvPr/>
        </p:nvSpPr>
        <p:spPr>
          <a:xfrm>
            <a:off x="3593592" y="3963010"/>
            <a:ext cx="213969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Condividi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1"/>
          <p:cNvSpPr txBox="1"/>
          <p:nvPr/>
        </p:nvSpPr>
        <p:spPr>
          <a:xfrm>
            <a:off x="3596335" y="4333342"/>
            <a:ext cx="2134210" cy="1086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 Seleziona il file e clicca su "Condividi". Inserisci l'email di un collega e imposta i permessi su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4785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Può visualizzare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 (sola lettura). 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088282" y="2392070"/>
            <a:ext cx="1143000" cy="114300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4859122" y="2429561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3"/>
          <p:cNvSpPr txBox="1"/>
          <p:nvPr/>
        </p:nvSpPr>
        <p:spPr>
          <a:xfrm>
            <a:off x="4821631" y="2429561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7"/>
          <a:srcRect l="-17" r="-17"/>
          <a:stretch/>
        </p:blipFill>
        <p:spPr>
          <a:xfrm>
            <a:off x="4326026" y="2696566"/>
            <a:ext cx="666598" cy="533095"/>
          </a:xfrm>
          <a:prstGeom prst="rect">
            <a:avLst/>
          </a:prstGeom>
        </p:spPr>
      </p:pic>
      <p:sp>
        <p:nvSpPr>
          <p:cNvPr id="23" name="Shape 14"/>
          <p:cNvSpPr/>
          <p:nvPr/>
        </p:nvSpPr>
        <p:spPr>
          <a:xfrm>
            <a:off x="6316675" y="3772814"/>
            <a:ext cx="2438705" cy="1837944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15"/>
          <p:cNvSpPr txBox="1"/>
          <p:nvPr/>
        </p:nvSpPr>
        <p:spPr>
          <a:xfrm>
            <a:off x="6466637" y="3963010"/>
            <a:ext cx="213969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Imposta Scadenza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16"/>
          <p:cNvSpPr txBox="1"/>
          <p:nvPr/>
        </p:nvSpPr>
        <p:spPr>
          <a:xfrm>
            <a:off x="6469380" y="4333342"/>
            <a:ext cx="2134210" cy="1086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 Nelle impostazioni del link di condivisione, aggiungi una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6D28D9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di scadenza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 (es. domani) per limitare l'accesso nel tempo. 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960413" y="2392070"/>
            <a:ext cx="1143000" cy="1143000"/>
          </a:xfrm>
          <a:prstGeom prst="rect">
            <a:avLst/>
          </a:prstGeom>
        </p:spPr>
      </p:pic>
      <p:sp>
        <p:nvSpPr>
          <p:cNvPr id="27" name="Shape 17"/>
          <p:cNvSpPr/>
          <p:nvPr/>
        </p:nvSpPr>
        <p:spPr>
          <a:xfrm>
            <a:off x="7732166" y="2429561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18"/>
          <p:cNvSpPr txBox="1"/>
          <p:nvPr/>
        </p:nvSpPr>
        <p:spPr>
          <a:xfrm>
            <a:off x="7693762" y="2429561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265822" y="2696566"/>
            <a:ext cx="533095" cy="533095"/>
          </a:xfrm>
          <a:prstGeom prst="rect">
            <a:avLst/>
          </a:prstGeom>
        </p:spPr>
      </p:pic>
      <p:sp>
        <p:nvSpPr>
          <p:cNvPr id="30" name="Shape 19"/>
          <p:cNvSpPr/>
          <p:nvPr/>
        </p:nvSpPr>
        <p:spPr>
          <a:xfrm>
            <a:off x="9189720" y="3772814"/>
            <a:ext cx="2438705" cy="17145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0"/>
          <p:cNvSpPr txBox="1"/>
          <p:nvPr/>
        </p:nvSpPr>
        <p:spPr>
          <a:xfrm>
            <a:off x="9338767" y="3963010"/>
            <a:ext cx="213969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Revoca Accesso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21"/>
          <p:cNvSpPr txBox="1"/>
          <p:nvPr/>
        </p:nvSpPr>
        <p:spPr>
          <a:xfrm>
            <a:off x="9341510" y="4333342"/>
            <a:ext cx="2134210" cy="9720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 Accedi a "Gestisci accesso", rimuovi il link creato o l'utente specifico e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verifica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 che non possa più aprire il file. 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9833458" y="2392070"/>
            <a:ext cx="1143000" cy="1143000"/>
          </a:xfrm>
          <a:prstGeom prst="rect">
            <a:avLst/>
          </a:prstGeom>
        </p:spPr>
      </p:pic>
      <p:sp>
        <p:nvSpPr>
          <p:cNvPr id="34" name="Shape 22"/>
          <p:cNvSpPr/>
          <p:nvPr/>
        </p:nvSpPr>
        <p:spPr>
          <a:xfrm>
            <a:off x="10605211" y="2429561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23"/>
          <p:cNvSpPr txBox="1"/>
          <p:nvPr/>
        </p:nvSpPr>
        <p:spPr>
          <a:xfrm>
            <a:off x="10566806" y="2429561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6" name="Image 10" descr="preencoded.png"/>
          <p:cNvPicPr>
            <a:picLocks noChangeAspect="1"/>
          </p:cNvPicPr>
          <p:nvPr/>
        </p:nvPicPr>
        <p:blipFill>
          <a:blip r:embed="rId11"/>
          <a:srcRect l="-17" r="-17"/>
          <a:stretch/>
        </p:blipFill>
        <p:spPr>
          <a:xfrm>
            <a:off x="10071202" y="2696566"/>
            <a:ext cx="666598" cy="533095"/>
          </a:xfrm>
          <a:prstGeom prst="rect">
            <a:avLst/>
          </a:prstGeom>
        </p:spPr>
      </p:pic>
      <p:sp>
        <p:nvSpPr>
          <p:cNvPr id="37" name="Shape 24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25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26"/>
          <p:cNvSpPr txBox="1"/>
          <p:nvPr/>
        </p:nvSpPr>
        <p:spPr>
          <a:xfrm>
            <a:off x="571500" y="171907"/>
            <a:ext cx="42867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52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Esercitazione Guidata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27"/>
          <p:cNvSpPr txBox="1"/>
          <p:nvPr/>
        </p:nvSpPr>
        <p:spPr>
          <a:xfrm>
            <a:off x="571500" y="400507"/>
            <a:ext cx="48582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Condividere e Gestire Accessi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28"/>
          <p:cNvSpPr/>
          <p:nvPr/>
        </p:nvSpPr>
        <p:spPr>
          <a:xfrm>
            <a:off x="9441180" y="276149"/>
            <a:ext cx="2180844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2" name="Image 11" descr="preencoded.png"/>
          <p:cNvPicPr>
            <a:picLocks noChangeAspect="1"/>
          </p:cNvPicPr>
          <p:nvPr/>
        </p:nvPicPr>
        <p:blipFill>
          <a:blip r:embed="rId12"/>
          <a:srcRect t="-180" b="-180"/>
          <a:stretch/>
        </p:blipFill>
        <p:spPr>
          <a:xfrm>
            <a:off x="9641434" y="381305"/>
            <a:ext cx="190195" cy="152705"/>
          </a:xfrm>
          <a:prstGeom prst="rect">
            <a:avLst/>
          </a:prstGeom>
        </p:spPr>
      </p:pic>
      <p:sp>
        <p:nvSpPr>
          <p:cNvPr id="43" name="Text 29"/>
          <p:cNvSpPr txBox="1"/>
          <p:nvPr/>
        </p:nvSpPr>
        <p:spPr>
          <a:xfrm>
            <a:off x="9945929" y="276149"/>
            <a:ext cx="153619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OneDrive for Business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579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579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-952805" y="-952805"/>
            <a:ext cx="3810305" cy="3810305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905902" y="3524098"/>
            <a:ext cx="4762195" cy="4762195"/>
          </a:xfrm>
          <a:prstGeom prst="ellipse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4864" b="-4864"/>
          <a:stretch/>
        </p:blipFill>
        <p:spPr>
          <a:xfrm>
            <a:off x="476402" y="3438144"/>
            <a:ext cx="3353105" cy="2943454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l="-2942" r="-2942"/>
          <a:stretch/>
        </p:blipFill>
        <p:spPr>
          <a:xfrm>
            <a:off x="8715146" y="476402"/>
            <a:ext cx="2523744" cy="272399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53642" y="1796796"/>
            <a:ext cx="9685325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Quale affermazione descrive correttamente OneDrive for Business?</a:t>
            </a:r>
            <a:endParaRPr kumimoji="0" lang="en-US" sz="3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5"/>
          <p:cNvSpPr/>
          <p:nvPr/>
        </p:nvSpPr>
        <p:spPr>
          <a:xfrm>
            <a:off x="4952390" y="1179576"/>
            <a:ext cx="2295144" cy="428854"/>
          </a:xfrm>
          <a:prstGeom prst="roundRect">
            <a:avLst>
              <a:gd name="adj" fmla="val 142146"/>
            </a:avLst>
          </a:prstGeom>
          <a:solidFill>
            <a:srgbClr val="FBBF24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4913986" y="1179576"/>
            <a:ext cx="2371954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78350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 Quiz OneDrive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l="-1403" r="-1403"/>
          <a:stretch/>
        </p:blipFill>
        <p:spPr>
          <a:xfrm>
            <a:off x="5142586" y="1297534"/>
            <a:ext cx="209398" cy="181051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857707" y="3297326"/>
            <a:ext cx="3305556" cy="2381098"/>
          </a:xfrm>
          <a:prstGeom prst="roundRect">
            <a:avLst>
              <a:gd name="adj" fmla="val 2458"/>
            </a:avLst>
          </a:prstGeom>
          <a:solidFill>
            <a:srgbClr val="FFFFFF">
              <a:alpha val="10000"/>
            </a:srgbClr>
          </a:solidFill>
          <a:ln w="254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8"/>
          <p:cNvSpPr/>
          <p:nvPr/>
        </p:nvSpPr>
        <p:spPr>
          <a:xfrm>
            <a:off x="2270455" y="3786530"/>
            <a:ext cx="476402" cy="47640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9"/>
          <p:cNvSpPr txBox="1"/>
          <p:nvPr/>
        </p:nvSpPr>
        <p:spPr>
          <a:xfrm>
            <a:off x="2241194" y="3786530"/>
            <a:ext cx="534010" cy="4764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A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0"/>
          <p:cNvSpPr txBox="1"/>
          <p:nvPr/>
        </p:nvSpPr>
        <p:spPr>
          <a:xfrm>
            <a:off x="1028700" y="4453128"/>
            <a:ext cx="2962656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È progettato principalmente per ospitare l'intranet aziendale e i file di team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4444898" y="3297326"/>
            <a:ext cx="3305556" cy="2381098"/>
          </a:xfrm>
          <a:prstGeom prst="roundRect">
            <a:avLst>
              <a:gd name="adj" fmla="val 2458"/>
            </a:avLst>
          </a:prstGeom>
          <a:solidFill>
            <a:srgbClr val="FFFFFF">
              <a:alpha val="10000"/>
            </a:srgbClr>
          </a:solidFill>
          <a:ln w="254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2"/>
          <p:cNvSpPr/>
          <p:nvPr/>
        </p:nvSpPr>
        <p:spPr>
          <a:xfrm>
            <a:off x="5857646" y="3786530"/>
            <a:ext cx="476402" cy="47640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3"/>
          <p:cNvSpPr txBox="1"/>
          <p:nvPr/>
        </p:nvSpPr>
        <p:spPr>
          <a:xfrm>
            <a:off x="5829300" y="3786530"/>
            <a:ext cx="534010" cy="4764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B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4"/>
          <p:cNvSpPr txBox="1"/>
          <p:nvPr/>
        </p:nvSpPr>
        <p:spPr>
          <a:xfrm>
            <a:off x="4616806" y="4453128"/>
            <a:ext cx="2962656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I file sincronizzati con "Files On-Demand" occupano sempre spazio completo su disco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rcRect l="-11" r="-11"/>
          <a:stretch/>
        </p:blipFill>
        <p:spPr>
          <a:xfrm>
            <a:off x="8062862" y="3297326"/>
            <a:ext cx="3302533" cy="238109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132674" y="4580230"/>
            <a:ext cx="3105302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È lo spazio cloud personale per le tue bozze e i documenti privati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11">
            <a:extLst>
              <a:ext uri="{FF2B5EF4-FFF2-40B4-BE49-F238E27FC236}">
                <a16:creationId xmlns:a16="http://schemas.microsoft.com/office/drawing/2014/main" id="{3CCF1429-0360-CFC7-ED56-4618420903C6}"/>
              </a:ext>
            </a:extLst>
          </p:cNvPr>
          <p:cNvSpPr/>
          <p:nvPr/>
        </p:nvSpPr>
        <p:spPr>
          <a:xfrm>
            <a:off x="8062862" y="3314201"/>
            <a:ext cx="3305556" cy="2381098"/>
          </a:xfrm>
          <a:prstGeom prst="roundRect">
            <a:avLst>
              <a:gd name="adj" fmla="val 2458"/>
            </a:avLst>
          </a:prstGeom>
          <a:solidFill>
            <a:srgbClr val="FFFFFF">
              <a:alpha val="10000"/>
            </a:srgbClr>
          </a:solidFill>
          <a:ln w="254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0CE44BB9-7BC7-DA0E-4FA2-3BAD9AE64B71}"/>
              </a:ext>
            </a:extLst>
          </p:cNvPr>
          <p:cNvSpPr/>
          <p:nvPr/>
        </p:nvSpPr>
        <p:spPr>
          <a:xfrm>
            <a:off x="9495348" y="3786530"/>
            <a:ext cx="476402" cy="47640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13">
            <a:extLst>
              <a:ext uri="{FF2B5EF4-FFF2-40B4-BE49-F238E27FC236}">
                <a16:creationId xmlns:a16="http://schemas.microsoft.com/office/drawing/2014/main" id="{BA6BBD68-7DE2-13BD-03AC-AD3D21963931}"/>
              </a:ext>
            </a:extLst>
          </p:cNvPr>
          <p:cNvSpPr txBox="1"/>
          <p:nvPr/>
        </p:nvSpPr>
        <p:spPr>
          <a:xfrm>
            <a:off x="9467002" y="3786530"/>
            <a:ext cx="534010" cy="4764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C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71500" y="1632204"/>
            <a:ext cx="4419295" cy="952805"/>
          </a:xfrm>
          <a:prstGeom prst="roundRect">
            <a:avLst>
              <a:gd name="adj" fmla="val 11516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71500" y="1632204"/>
            <a:ext cx="38405" cy="952805"/>
          </a:xfrm>
          <a:prstGeom prst="roundRect">
            <a:avLst>
              <a:gd name="adj" fmla="val 285713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61695" y="1784909"/>
            <a:ext cx="428854" cy="428854"/>
          </a:xfrm>
          <a:prstGeom prst="roundRect">
            <a:avLst>
              <a:gd name="adj" fmla="val 47382"/>
            </a:avLst>
          </a:prstGeom>
          <a:solidFill>
            <a:srgbClr val="F0F0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t="-507" b="-507"/>
          <a:stretch/>
        </p:blipFill>
        <p:spPr>
          <a:xfrm>
            <a:off x="852221" y="1899209"/>
            <a:ext cx="247802" cy="20025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62456" y="1784909"/>
            <a:ext cx="359176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Chat e Canali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1362456" y="2062886"/>
            <a:ext cx="355335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Messaggistica istantanea veloce e spazi di lavoro (canali) organizzati per progetto o argomento.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71500" y="2768803"/>
            <a:ext cx="4419295" cy="952805"/>
          </a:xfrm>
          <a:prstGeom prst="roundRect">
            <a:avLst>
              <a:gd name="adj" fmla="val 11516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571500" y="2768803"/>
            <a:ext cx="38405" cy="952805"/>
          </a:xfrm>
          <a:prstGeom prst="roundRect">
            <a:avLst>
              <a:gd name="adj" fmla="val 285713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761695" y="2921508"/>
            <a:ext cx="428854" cy="428854"/>
          </a:xfrm>
          <a:prstGeom prst="roundRect">
            <a:avLst>
              <a:gd name="adj" fmla="val 47382"/>
            </a:avLst>
          </a:prstGeom>
          <a:solidFill>
            <a:srgbClr val="F0F0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 t="-1328" b="-1328"/>
          <a:stretch/>
        </p:blipFill>
        <p:spPr>
          <a:xfrm>
            <a:off x="866851" y="3035808"/>
            <a:ext cx="219456" cy="20025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362456" y="2921508"/>
            <a:ext cx="359176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Riunioni e Chiamate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2"/>
          <p:cNvSpPr txBox="1"/>
          <p:nvPr/>
        </p:nvSpPr>
        <p:spPr>
          <a:xfrm>
            <a:off x="1362456" y="3199486"/>
            <a:ext cx="355335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Meeting audio/video di alta qualità con condivisione schermo, registrazione e trascrizione live.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571500" y="3905402"/>
            <a:ext cx="4419295" cy="952805"/>
          </a:xfrm>
          <a:prstGeom prst="roundRect">
            <a:avLst>
              <a:gd name="adj" fmla="val 11516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571500" y="3905402"/>
            <a:ext cx="38405" cy="952805"/>
          </a:xfrm>
          <a:prstGeom prst="roundRect">
            <a:avLst>
              <a:gd name="adj" fmla="val 285713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761695" y="4058107"/>
            <a:ext cx="428854" cy="428854"/>
          </a:xfrm>
          <a:prstGeom prst="roundRect">
            <a:avLst>
              <a:gd name="adj" fmla="val 47382"/>
            </a:avLst>
          </a:prstGeom>
          <a:solidFill>
            <a:srgbClr val="F0F0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rcRect t="-1328" b="-1328"/>
          <a:stretch/>
        </p:blipFill>
        <p:spPr>
          <a:xfrm>
            <a:off x="866851" y="4172407"/>
            <a:ext cx="219456" cy="20025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362456" y="4058107"/>
            <a:ext cx="359176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Collaborazione Real-time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7"/>
          <p:cNvSpPr txBox="1"/>
          <p:nvPr/>
        </p:nvSpPr>
        <p:spPr>
          <a:xfrm>
            <a:off x="1362456" y="4336085"/>
            <a:ext cx="355335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Co-authoring su documenti Word, Excel e PowerPoint direttamente nell'interfaccia di Teams.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18"/>
          <p:cNvSpPr/>
          <p:nvPr/>
        </p:nvSpPr>
        <p:spPr>
          <a:xfrm>
            <a:off x="571500" y="5042002"/>
            <a:ext cx="4419295" cy="952805"/>
          </a:xfrm>
          <a:prstGeom prst="roundRect">
            <a:avLst>
              <a:gd name="adj" fmla="val 11516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19"/>
          <p:cNvSpPr/>
          <p:nvPr/>
        </p:nvSpPr>
        <p:spPr>
          <a:xfrm>
            <a:off x="571500" y="5042002"/>
            <a:ext cx="38405" cy="952805"/>
          </a:xfrm>
          <a:prstGeom prst="roundRect">
            <a:avLst>
              <a:gd name="adj" fmla="val 285713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0"/>
          <p:cNvSpPr/>
          <p:nvPr/>
        </p:nvSpPr>
        <p:spPr>
          <a:xfrm>
            <a:off x="761695" y="5193792"/>
            <a:ext cx="428854" cy="428854"/>
          </a:xfrm>
          <a:prstGeom prst="roundRect">
            <a:avLst>
              <a:gd name="adj" fmla="val 47382"/>
            </a:avLst>
          </a:prstGeom>
          <a:solidFill>
            <a:srgbClr val="F0F0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rcRect t="-1328" b="-1328"/>
          <a:stretch/>
        </p:blipFill>
        <p:spPr>
          <a:xfrm>
            <a:off x="866851" y="5308092"/>
            <a:ext cx="219456" cy="200254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362456" y="5193792"/>
            <a:ext cx="359176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Integrazione Totale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2"/>
          <p:cNvSpPr txBox="1"/>
          <p:nvPr/>
        </p:nvSpPr>
        <p:spPr>
          <a:xfrm>
            <a:off x="1362456" y="5471770"/>
            <a:ext cx="355335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Un unico punto di accesso a file SharePoint, OneDrive, Planner e app di terze parti.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3"/>
          <p:cNvSpPr/>
          <p:nvPr/>
        </p:nvSpPr>
        <p:spPr>
          <a:xfrm>
            <a:off x="5181905" y="1143000"/>
            <a:ext cx="1714500" cy="1714500"/>
          </a:xfrm>
          <a:prstGeom prst="roundRect">
            <a:avLst>
              <a:gd name="adj" fmla="val 5926"/>
            </a:avLst>
          </a:prstGeom>
          <a:solidFill>
            <a:srgbClr val="EDE9FE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4"/>
          <p:cNvSpPr/>
          <p:nvPr/>
        </p:nvSpPr>
        <p:spPr>
          <a:xfrm>
            <a:off x="9144000" y="4000500"/>
            <a:ext cx="3047695" cy="3047695"/>
          </a:xfrm>
          <a:prstGeom prst="ellipse">
            <a:avLst/>
          </a:prstGeom>
          <a:solidFill>
            <a:srgbClr val="DBEAFE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5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26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6264A7"/>
          </a:solidFill>
          <a:ln w="12700">
            <a:solidFill>
              <a:srgbClr val="6264A7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27"/>
          <p:cNvSpPr txBox="1"/>
          <p:nvPr/>
        </p:nvSpPr>
        <p:spPr>
          <a:xfrm>
            <a:off x="571500" y="152705"/>
            <a:ext cx="51919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52" normalizeH="0" baseline="0" noProof="0" dirty="0">
                <a:ln>
                  <a:noFill/>
                </a:ln>
                <a:solidFill>
                  <a:srgbClr val="4F46E5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Hub di Collaborazione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28"/>
          <p:cNvSpPr txBox="1"/>
          <p:nvPr/>
        </p:nvSpPr>
        <p:spPr>
          <a:xfrm>
            <a:off x="571500" y="381305"/>
            <a:ext cx="593079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Microsoft Teams: Panoramica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29"/>
          <p:cNvSpPr/>
          <p:nvPr/>
        </p:nvSpPr>
        <p:spPr>
          <a:xfrm>
            <a:off x="9712757" y="276149"/>
            <a:ext cx="1914754" cy="362102"/>
          </a:xfrm>
          <a:prstGeom prst="roundRect">
            <a:avLst>
              <a:gd name="adj" fmla="val 5316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rcRect t="-180" b="-180"/>
          <a:stretch/>
        </p:blipFill>
        <p:spPr>
          <a:xfrm>
            <a:off x="9912096" y="381305"/>
            <a:ext cx="190195" cy="152705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10217506" y="276149"/>
            <a:ext cx="126735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Lavoro di Squadra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rcRect t="-6" b="-6"/>
          <a:stretch/>
        </p:blipFill>
        <p:spPr>
          <a:xfrm>
            <a:off x="5372100" y="2000707"/>
            <a:ext cx="6248095" cy="3810305"/>
          </a:xfrm>
          <a:prstGeom prst="rect">
            <a:avLst/>
          </a:prstGeom>
        </p:spPr>
      </p:pic>
      <p:sp>
        <p:nvSpPr>
          <p:cNvPr id="39" name="Shape 31"/>
          <p:cNvSpPr/>
          <p:nvPr/>
        </p:nvSpPr>
        <p:spPr>
          <a:xfrm>
            <a:off x="5381244" y="2009851"/>
            <a:ext cx="6229807" cy="304495"/>
          </a:xfrm>
          <a:prstGeom prst="roundRect">
            <a:avLst>
              <a:gd name="adj" fmla="val 112613"/>
            </a:avLst>
          </a:prstGeom>
          <a:solidFill>
            <a:srgbClr val="F3F2F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2"/>
          <p:cNvSpPr/>
          <p:nvPr/>
        </p:nvSpPr>
        <p:spPr>
          <a:xfrm>
            <a:off x="5381244" y="2305202"/>
            <a:ext cx="6229807" cy="9144"/>
          </a:xfrm>
          <a:prstGeom prst="roundRect">
            <a:avLst>
              <a:gd name="adj" fmla="val 3750000"/>
            </a:avLst>
          </a:prstGeom>
          <a:solidFill>
            <a:srgbClr val="E1DFDD"/>
          </a:solidFill>
          <a:ln w="12700">
            <a:solidFill>
              <a:srgbClr val="E1DFDD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33"/>
          <p:cNvSpPr/>
          <p:nvPr/>
        </p:nvSpPr>
        <p:spPr>
          <a:xfrm>
            <a:off x="5524805" y="2109521"/>
            <a:ext cx="95098" cy="9509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34"/>
          <p:cNvSpPr/>
          <p:nvPr/>
        </p:nvSpPr>
        <p:spPr>
          <a:xfrm>
            <a:off x="5676595" y="2109521"/>
            <a:ext cx="95098" cy="9509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35"/>
          <p:cNvSpPr/>
          <p:nvPr/>
        </p:nvSpPr>
        <p:spPr>
          <a:xfrm>
            <a:off x="5829300" y="2109521"/>
            <a:ext cx="95098" cy="95098"/>
          </a:xfrm>
          <a:prstGeom prst="ellipse">
            <a:avLst/>
          </a:prstGeom>
          <a:solidFill>
            <a:srgbClr val="28C9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hape 36"/>
          <p:cNvSpPr/>
          <p:nvPr/>
        </p:nvSpPr>
        <p:spPr>
          <a:xfrm>
            <a:off x="6077102" y="2042770"/>
            <a:ext cx="4457700" cy="228600"/>
          </a:xfrm>
          <a:prstGeom prst="roundRect">
            <a:avLst>
              <a:gd name="adj" fmla="val 10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37"/>
          <p:cNvSpPr txBox="1"/>
          <p:nvPr/>
        </p:nvSpPr>
        <p:spPr>
          <a:xfrm>
            <a:off x="6372454" y="2042770"/>
            <a:ext cx="4239158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 teams.microsoft.com 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 r:embed="rId9"/>
          <a:srcRect l="-2571" r="-2571"/>
          <a:stretch/>
        </p:blipFill>
        <p:spPr>
          <a:xfrm>
            <a:off x="6191402" y="2100377"/>
            <a:ext cx="105156" cy="114300"/>
          </a:xfrm>
          <a:prstGeom prst="rect">
            <a:avLst/>
          </a:prstGeom>
        </p:spPr>
      </p:pic>
      <p:sp>
        <p:nvSpPr>
          <p:cNvPr id="47" name="Shape 38"/>
          <p:cNvSpPr/>
          <p:nvPr/>
        </p:nvSpPr>
        <p:spPr>
          <a:xfrm>
            <a:off x="5381244" y="2314346"/>
            <a:ext cx="571500" cy="3486607"/>
          </a:xfrm>
          <a:prstGeom prst="roundRect">
            <a:avLst>
              <a:gd name="adj" fmla="val 32000"/>
            </a:avLst>
          </a:prstGeom>
          <a:solidFill>
            <a:srgbClr val="EBEBE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hape 39"/>
          <p:cNvSpPr/>
          <p:nvPr/>
        </p:nvSpPr>
        <p:spPr>
          <a:xfrm>
            <a:off x="5943600" y="2314346"/>
            <a:ext cx="9144" cy="3486607"/>
          </a:xfrm>
          <a:prstGeom prst="roundRect">
            <a:avLst>
              <a:gd name="adj" fmla="val 2000000"/>
            </a:avLst>
          </a:prstGeom>
          <a:solidFill>
            <a:srgbClr val="E0E0E0"/>
          </a:solidFill>
          <a:ln w="12700">
            <a:solidFill>
              <a:srgbClr val="E0E0E0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9" name="Image 7" descr="preencoded.png"/>
          <p:cNvPicPr>
            <a:picLocks noChangeAspect="1"/>
          </p:cNvPicPr>
          <p:nvPr/>
        </p:nvPicPr>
        <p:blipFill>
          <a:blip r:embed="rId10"/>
          <a:srcRect l="-1082" r="-1082"/>
          <a:stretch/>
        </p:blipFill>
        <p:spPr>
          <a:xfrm>
            <a:off x="5581498" y="2457907"/>
            <a:ext cx="161849" cy="181051"/>
          </a:xfrm>
          <a:prstGeom prst="rect">
            <a:avLst/>
          </a:prstGeom>
        </p:spPr>
      </p:pic>
      <p:sp>
        <p:nvSpPr>
          <p:cNvPr id="50" name="Text 40"/>
          <p:cNvSpPr txBox="1"/>
          <p:nvPr/>
        </p:nvSpPr>
        <p:spPr>
          <a:xfrm>
            <a:off x="5489143" y="2676449"/>
            <a:ext cx="4288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16161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Attività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1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572354" y="3026664"/>
            <a:ext cx="181051" cy="181051"/>
          </a:xfrm>
          <a:prstGeom prst="rect">
            <a:avLst/>
          </a:prstGeom>
        </p:spPr>
      </p:pic>
      <p:sp>
        <p:nvSpPr>
          <p:cNvPr id="52" name="Text 41"/>
          <p:cNvSpPr txBox="1"/>
          <p:nvPr/>
        </p:nvSpPr>
        <p:spPr>
          <a:xfrm>
            <a:off x="5547665" y="3246120"/>
            <a:ext cx="3145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16161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Chat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3" name="Image 9" descr="preencoded.png"/>
          <p:cNvPicPr>
            <a:picLocks noChangeAspect="1"/>
          </p:cNvPicPr>
          <p:nvPr/>
        </p:nvPicPr>
        <p:blipFill>
          <a:blip r:embed="rId12"/>
          <a:srcRect l="-505" r="-505"/>
          <a:stretch/>
        </p:blipFill>
        <p:spPr>
          <a:xfrm>
            <a:off x="5548579" y="3596335"/>
            <a:ext cx="228600" cy="181051"/>
          </a:xfrm>
          <a:prstGeom prst="rect">
            <a:avLst/>
          </a:prstGeom>
        </p:spPr>
      </p:pic>
      <p:sp>
        <p:nvSpPr>
          <p:cNvPr id="54" name="Text 42"/>
          <p:cNvSpPr txBox="1"/>
          <p:nvPr/>
        </p:nvSpPr>
        <p:spPr>
          <a:xfrm>
            <a:off x="5493715" y="3815791"/>
            <a:ext cx="4197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6264A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Teams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5" name="Image 10" descr="preencoded.png"/>
          <p:cNvPicPr>
            <a:picLocks noChangeAspect="1"/>
          </p:cNvPicPr>
          <p:nvPr/>
        </p:nvPicPr>
        <p:blipFill>
          <a:blip r:embed="rId13"/>
          <a:srcRect l="-1082" r="-1082"/>
          <a:stretch/>
        </p:blipFill>
        <p:spPr>
          <a:xfrm>
            <a:off x="5581498" y="4166006"/>
            <a:ext cx="161849" cy="181051"/>
          </a:xfrm>
          <a:prstGeom prst="rect">
            <a:avLst/>
          </a:prstGeom>
        </p:spPr>
      </p:pic>
      <p:sp>
        <p:nvSpPr>
          <p:cNvPr id="56" name="Text 43"/>
          <p:cNvSpPr txBox="1"/>
          <p:nvPr/>
        </p:nvSpPr>
        <p:spPr>
          <a:xfrm>
            <a:off x="5394046" y="4385462"/>
            <a:ext cx="64648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16161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Calendario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7" name="Image 11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5572354" y="4735678"/>
            <a:ext cx="181051" cy="181051"/>
          </a:xfrm>
          <a:prstGeom prst="rect">
            <a:avLst/>
          </a:prstGeom>
        </p:spPr>
      </p:pic>
      <p:sp>
        <p:nvSpPr>
          <p:cNvPr id="58" name="Text 44"/>
          <p:cNvSpPr txBox="1"/>
          <p:nvPr/>
        </p:nvSpPr>
        <p:spPr>
          <a:xfrm>
            <a:off x="5577840" y="4955134"/>
            <a:ext cx="2478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16161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File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Shape 45"/>
          <p:cNvSpPr/>
          <p:nvPr/>
        </p:nvSpPr>
        <p:spPr>
          <a:xfrm>
            <a:off x="5952744" y="2314346"/>
            <a:ext cx="2095805" cy="3486607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Shape 46"/>
          <p:cNvSpPr/>
          <p:nvPr/>
        </p:nvSpPr>
        <p:spPr>
          <a:xfrm>
            <a:off x="8039405" y="2314346"/>
            <a:ext cx="9144" cy="3486607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Shape 47"/>
          <p:cNvSpPr/>
          <p:nvPr/>
        </p:nvSpPr>
        <p:spPr>
          <a:xfrm>
            <a:off x="5952744" y="2734056"/>
            <a:ext cx="2085746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Text 48"/>
          <p:cNvSpPr txBox="1"/>
          <p:nvPr/>
        </p:nvSpPr>
        <p:spPr>
          <a:xfrm>
            <a:off x="6067044" y="2314346"/>
            <a:ext cx="2048256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 Teams 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3" name="Image 12" descr="preencoded.png"/>
          <p:cNvPicPr>
            <a:picLocks noChangeAspect="1"/>
          </p:cNvPicPr>
          <p:nvPr/>
        </p:nvPicPr>
        <p:blipFill>
          <a:blip r:embed="rId15"/>
          <a:srcRect t="-21233" b="-21233"/>
          <a:stretch/>
        </p:blipFill>
        <p:spPr>
          <a:xfrm>
            <a:off x="7791602" y="2428646"/>
            <a:ext cx="133502" cy="190195"/>
          </a:xfrm>
          <a:prstGeom prst="rect">
            <a:avLst/>
          </a:prstGeom>
        </p:spPr>
      </p:pic>
      <p:sp>
        <p:nvSpPr>
          <p:cNvPr id="64" name="Text 49"/>
          <p:cNvSpPr txBox="1"/>
          <p:nvPr/>
        </p:nvSpPr>
        <p:spPr>
          <a:xfrm>
            <a:off x="6257239" y="2819095"/>
            <a:ext cx="1858061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424242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 Team Marketing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5" name="Image 13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6067044" y="2935224"/>
            <a:ext cx="114300" cy="114300"/>
          </a:xfrm>
          <a:prstGeom prst="rect">
            <a:avLst/>
          </a:prstGeom>
        </p:spPr>
      </p:pic>
      <p:sp>
        <p:nvSpPr>
          <p:cNvPr id="66" name="Text 50"/>
          <p:cNvSpPr txBox="1"/>
          <p:nvPr/>
        </p:nvSpPr>
        <p:spPr>
          <a:xfrm>
            <a:off x="5962346" y="3129076"/>
            <a:ext cx="2162556" cy="267005"/>
          </a:xfrm>
          <a:prstGeom prst="rect">
            <a:avLst/>
          </a:prstGeom>
          <a:solidFill>
            <a:srgbClr val="E4E6F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           Generale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Text 51"/>
          <p:cNvSpPr txBox="1"/>
          <p:nvPr/>
        </p:nvSpPr>
        <p:spPr>
          <a:xfrm>
            <a:off x="6294730" y="3416350"/>
            <a:ext cx="21625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16161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Campagna Q3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Text 52"/>
          <p:cNvSpPr txBox="1"/>
          <p:nvPr/>
        </p:nvSpPr>
        <p:spPr>
          <a:xfrm>
            <a:off x="6294730" y="3675126"/>
            <a:ext cx="21625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16161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Social Media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Text 53"/>
          <p:cNvSpPr txBox="1"/>
          <p:nvPr/>
        </p:nvSpPr>
        <p:spPr>
          <a:xfrm>
            <a:off x="6219749" y="4019702"/>
            <a:ext cx="1895551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424242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 Progetto Alpha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0" name="Image 14" descr="preencoded.png"/>
          <p:cNvPicPr>
            <a:picLocks noChangeAspect="1"/>
          </p:cNvPicPr>
          <p:nvPr/>
        </p:nvPicPr>
        <p:blipFill>
          <a:blip r:embed="rId17"/>
          <a:srcRect l="-3120" r="-3120"/>
          <a:stretch/>
        </p:blipFill>
        <p:spPr>
          <a:xfrm>
            <a:off x="6067044" y="4135831"/>
            <a:ext cx="75895" cy="114300"/>
          </a:xfrm>
          <a:prstGeom prst="rect">
            <a:avLst/>
          </a:prstGeom>
        </p:spPr>
      </p:pic>
      <p:sp>
        <p:nvSpPr>
          <p:cNvPr id="71" name="Text 54"/>
          <p:cNvSpPr txBox="1"/>
          <p:nvPr/>
        </p:nvSpPr>
        <p:spPr>
          <a:xfrm>
            <a:off x="6219749" y="4366260"/>
            <a:ext cx="1895551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424242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 Risorse Umane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2" name="Image 15" descr="preencoded.png"/>
          <p:cNvPicPr>
            <a:picLocks noChangeAspect="1"/>
          </p:cNvPicPr>
          <p:nvPr/>
        </p:nvPicPr>
        <p:blipFill>
          <a:blip r:embed="rId17"/>
          <a:srcRect l="-3120" r="-3120"/>
          <a:stretch/>
        </p:blipFill>
        <p:spPr>
          <a:xfrm>
            <a:off x="6067044" y="4482389"/>
            <a:ext cx="75895" cy="114300"/>
          </a:xfrm>
          <a:prstGeom prst="rect">
            <a:avLst/>
          </a:prstGeom>
        </p:spPr>
      </p:pic>
      <p:sp>
        <p:nvSpPr>
          <p:cNvPr id="73" name="Shape 55"/>
          <p:cNvSpPr/>
          <p:nvPr/>
        </p:nvSpPr>
        <p:spPr>
          <a:xfrm>
            <a:off x="8048549" y="2314346"/>
            <a:ext cx="3562502" cy="3486607"/>
          </a:xfrm>
          <a:prstGeom prst="roundRect">
            <a:avLst>
              <a:gd name="adj" fmla="val 86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Shape 56"/>
          <p:cNvSpPr/>
          <p:nvPr/>
        </p:nvSpPr>
        <p:spPr>
          <a:xfrm>
            <a:off x="8048549" y="2314346"/>
            <a:ext cx="3562502" cy="4480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Shape 57"/>
          <p:cNvSpPr/>
          <p:nvPr/>
        </p:nvSpPr>
        <p:spPr>
          <a:xfrm>
            <a:off x="8048549" y="2753258"/>
            <a:ext cx="3562502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Shape 58"/>
          <p:cNvSpPr/>
          <p:nvPr/>
        </p:nvSpPr>
        <p:spPr>
          <a:xfrm>
            <a:off x="8201254" y="2378354"/>
            <a:ext cx="304495" cy="304495"/>
          </a:xfrm>
          <a:prstGeom prst="roundRect">
            <a:avLst>
              <a:gd name="adj" fmla="val 37538"/>
            </a:avLst>
          </a:prstGeom>
          <a:solidFill>
            <a:srgbClr val="E0E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Text 59"/>
          <p:cNvSpPr txBox="1"/>
          <p:nvPr/>
        </p:nvSpPr>
        <p:spPr>
          <a:xfrm>
            <a:off x="8172907" y="2378354"/>
            <a:ext cx="36210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4338CA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MK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8" name="Text 60"/>
          <p:cNvSpPr txBox="1"/>
          <p:nvPr/>
        </p:nvSpPr>
        <p:spPr>
          <a:xfrm>
            <a:off x="8620049" y="2435962"/>
            <a:ext cx="171175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Marketing &gt; Generale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9" name="Image 16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10810951" y="2464308"/>
            <a:ext cx="133502" cy="133502"/>
          </a:xfrm>
          <a:prstGeom prst="rect">
            <a:avLst/>
          </a:prstGeom>
        </p:spPr>
      </p:pic>
      <p:pic>
        <p:nvPicPr>
          <p:cNvPr id="80" name="Image 17" descr="preencoded.png"/>
          <p:cNvPicPr>
            <a:picLocks noChangeAspect="1"/>
          </p:cNvPicPr>
          <p:nvPr/>
        </p:nvPicPr>
        <p:blipFill>
          <a:blip r:embed="rId19"/>
          <a:srcRect l="-837" r="-837"/>
          <a:stretch/>
        </p:blipFill>
        <p:spPr>
          <a:xfrm>
            <a:off x="11058754" y="2464308"/>
            <a:ext cx="152705" cy="133502"/>
          </a:xfrm>
          <a:prstGeom prst="rect">
            <a:avLst/>
          </a:prstGeom>
        </p:spPr>
      </p:pic>
      <p:pic>
        <p:nvPicPr>
          <p:cNvPr id="81" name="Image 18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11324844" y="2464308"/>
            <a:ext cx="133502" cy="133502"/>
          </a:xfrm>
          <a:prstGeom prst="rect">
            <a:avLst/>
          </a:prstGeom>
        </p:spPr>
      </p:pic>
      <p:sp>
        <p:nvSpPr>
          <p:cNvPr id="82" name="Shape 61"/>
          <p:cNvSpPr/>
          <p:nvPr/>
        </p:nvSpPr>
        <p:spPr>
          <a:xfrm>
            <a:off x="8048549" y="2756916"/>
            <a:ext cx="3562502" cy="2533802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3" name="Shape 62"/>
          <p:cNvSpPr/>
          <p:nvPr/>
        </p:nvSpPr>
        <p:spPr>
          <a:xfrm>
            <a:off x="8201254" y="2909621"/>
            <a:ext cx="304495" cy="304495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" name="Text 63"/>
          <p:cNvSpPr txBox="1"/>
          <p:nvPr/>
        </p:nvSpPr>
        <p:spPr>
          <a:xfrm>
            <a:off x="8172907" y="2909621"/>
            <a:ext cx="36210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M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" name="Text 64"/>
          <p:cNvSpPr txBox="1"/>
          <p:nvPr/>
        </p:nvSpPr>
        <p:spPr>
          <a:xfrm>
            <a:off x="8581644" y="2909621"/>
            <a:ext cx="80741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Marco Rossi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6" name="Text 65"/>
          <p:cNvSpPr txBox="1"/>
          <p:nvPr/>
        </p:nvSpPr>
        <p:spPr>
          <a:xfrm>
            <a:off x="9340596" y="2909621"/>
            <a:ext cx="3721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10:42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" name="Text 66"/>
          <p:cNvSpPr txBox="1"/>
          <p:nvPr/>
        </p:nvSpPr>
        <p:spPr>
          <a:xfrm>
            <a:off x="10568635" y="4187952"/>
            <a:ext cx="3721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10:45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8" name="Text 67"/>
          <p:cNvSpPr txBox="1"/>
          <p:nvPr/>
        </p:nvSpPr>
        <p:spPr>
          <a:xfrm>
            <a:off x="10936224" y="4187952"/>
            <a:ext cx="2194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Tu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9" name="Shape 68"/>
          <p:cNvSpPr/>
          <p:nvPr/>
        </p:nvSpPr>
        <p:spPr>
          <a:xfrm>
            <a:off x="11153851" y="4187952"/>
            <a:ext cx="304495" cy="304495"/>
          </a:xfrm>
          <a:prstGeom prst="ellipse">
            <a:avLst/>
          </a:prstGeom>
          <a:solidFill>
            <a:srgbClr val="4F46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0" name="Text 69"/>
          <p:cNvSpPr txBox="1"/>
          <p:nvPr/>
        </p:nvSpPr>
        <p:spPr>
          <a:xfrm>
            <a:off x="11125505" y="4187952"/>
            <a:ext cx="36210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1" name="Shape 70"/>
          <p:cNvSpPr/>
          <p:nvPr/>
        </p:nvSpPr>
        <p:spPr>
          <a:xfrm>
            <a:off x="8048549" y="5284318"/>
            <a:ext cx="3562502" cy="523951"/>
          </a:xfrm>
          <a:prstGeom prst="roundRect">
            <a:avLst>
              <a:gd name="adj" fmla="val 38077"/>
            </a:avLst>
          </a:prstGeom>
          <a:solidFill>
            <a:srgbClr val="FFFF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" name="Shape 71"/>
          <p:cNvSpPr/>
          <p:nvPr/>
        </p:nvSpPr>
        <p:spPr>
          <a:xfrm>
            <a:off x="8048549" y="5284318"/>
            <a:ext cx="3562502" cy="9144"/>
          </a:xfrm>
          <a:prstGeom prst="roundRect">
            <a:avLst>
              <a:gd name="adj" fmla="val 2181818"/>
            </a:avLst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3" name="Shape 72"/>
          <p:cNvSpPr/>
          <p:nvPr/>
        </p:nvSpPr>
        <p:spPr>
          <a:xfrm>
            <a:off x="8201254" y="5375758"/>
            <a:ext cx="2991002" cy="342900"/>
          </a:xfrm>
          <a:prstGeom prst="roundRect">
            <a:avLst>
              <a:gd name="adj" fmla="val 266667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4" name="Text 73"/>
          <p:cNvSpPr txBox="1"/>
          <p:nvPr/>
        </p:nvSpPr>
        <p:spPr>
          <a:xfrm>
            <a:off x="8201254" y="5375758"/>
            <a:ext cx="3067812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Scrivi un nuovo messaggio...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5" name="Image 19" descr="preencoded.png"/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11306556" y="5470855"/>
            <a:ext cx="152705" cy="152705"/>
          </a:xfrm>
          <a:prstGeom prst="rect">
            <a:avLst/>
          </a:prstGeom>
        </p:spPr>
      </p:pic>
      <p:sp>
        <p:nvSpPr>
          <p:cNvPr id="96" name="Text 74"/>
          <p:cNvSpPr txBox="1"/>
          <p:nvPr/>
        </p:nvSpPr>
        <p:spPr>
          <a:xfrm>
            <a:off x="8581644" y="3099816"/>
            <a:ext cx="2382012" cy="943661"/>
          </a:xfrm>
          <a:prstGeom prst="rect">
            <a:avLst/>
          </a:prstGeom>
          <a:solidFill>
            <a:srgbClr val="F0F0F0"/>
          </a:solidFill>
          <a:ln w="12700">
            <a:solidFill>
              <a:srgbClr val="E5E7EB"/>
            </a:solidFill>
          </a:ln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52423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Ciao a tutti! Ho appena caricato la bozza per la campagna social su SharePoint. Potete dare un'occhiata?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7" name="Text 75"/>
          <p:cNvSpPr txBox="1"/>
          <p:nvPr/>
        </p:nvSpPr>
        <p:spPr>
          <a:xfrm>
            <a:off x="8776411" y="4378147"/>
            <a:ext cx="2382012" cy="762610"/>
          </a:xfrm>
          <a:prstGeom prst="rect">
            <a:avLst/>
          </a:prstGeom>
          <a:solidFill>
            <a:srgbClr val="E8EBFA"/>
          </a:solidFill>
          <a:ln w="12700">
            <a:solidFill>
              <a:srgbClr val="E0E7FF"/>
            </a:solidFill>
          </a:ln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Ottimo Marco! 👍 Apro il file direttamente da qui e aggiungo i miei commenti in co-authoring.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810598" y="4476902"/>
            <a:ext cx="2857500" cy="2857500"/>
          </a:xfrm>
          <a:prstGeom prst="ellipse">
            <a:avLst/>
          </a:prstGeom>
          <a:solidFill>
            <a:srgbClr val="F0EBF8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398" b="-398"/>
          <a:stretch/>
        </p:blipFill>
        <p:spPr>
          <a:xfrm>
            <a:off x="2438705" y="1524305"/>
            <a:ext cx="2194560" cy="3840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rcRect t="-398" b="-398"/>
          <a:stretch/>
        </p:blipFill>
        <p:spPr>
          <a:xfrm>
            <a:off x="5486400" y="1524305"/>
            <a:ext cx="2194560" cy="3840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rcRect t="-398" b="-398"/>
          <a:stretch/>
        </p:blipFill>
        <p:spPr>
          <a:xfrm>
            <a:off x="8534095" y="1524305"/>
            <a:ext cx="2194560" cy="38405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571500" y="3881628"/>
            <a:ext cx="2438705" cy="1619402"/>
          </a:xfrm>
          <a:prstGeom prst="roundRect">
            <a:avLst>
              <a:gd name="adj" fmla="val 398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5"/>
          <p:cNvSpPr txBox="1"/>
          <p:nvPr/>
        </p:nvSpPr>
        <p:spPr>
          <a:xfrm>
            <a:off x="720547" y="4071823"/>
            <a:ext cx="213969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Scegli Tipologia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6"/>
          <p:cNvSpPr txBox="1"/>
          <p:nvPr/>
        </p:nvSpPr>
        <p:spPr>
          <a:xfrm>
            <a:off x="724205" y="4441241"/>
            <a:ext cx="2134210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 Seleziona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Privato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 (accesso su invito) o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Pubblico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 (aperto a tutti) in base alla sensibilità e scopo del progetto. 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15238" y="2499970"/>
            <a:ext cx="1143000" cy="114300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1986991" y="2538374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8"/>
          <p:cNvSpPr txBox="1"/>
          <p:nvPr/>
        </p:nvSpPr>
        <p:spPr>
          <a:xfrm>
            <a:off x="1948586" y="2538374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rcRect l="-10" r="-10"/>
          <a:stretch/>
        </p:blipFill>
        <p:spPr>
          <a:xfrm>
            <a:off x="1486814" y="2805379"/>
            <a:ext cx="599846" cy="533095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3444545" y="3881628"/>
            <a:ext cx="2438705" cy="1619402"/>
          </a:xfrm>
          <a:prstGeom prst="roundRect">
            <a:avLst>
              <a:gd name="adj" fmla="val 398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0"/>
          <p:cNvSpPr txBox="1"/>
          <p:nvPr/>
        </p:nvSpPr>
        <p:spPr>
          <a:xfrm>
            <a:off x="3593592" y="4071823"/>
            <a:ext cx="213969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Membri &amp; Owner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1"/>
          <p:cNvSpPr txBox="1"/>
          <p:nvPr/>
        </p:nvSpPr>
        <p:spPr>
          <a:xfrm>
            <a:off x="3596335" y="4441241"/>
            <a:ext cx="2134210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 Aggiungi i partecipanti e nomina almeno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due Proprietari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 per garantire la continuità di gestione del Team. 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088282" y="2499970"/>
            <a:ext cx="1143000" cy="114300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4859122" y="2538374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3"/>
          <p:cNvSpPr txBox="1"/>
          <p:nvPr/>
        </p:nvSpPr>
        <p:spPr>
          <a:xfrm>
            <a:off x="4821631" y="2538374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7"/>
          <a:srcRect l="-17" r="-17"/>
          <a:stretch/>
        </p:blipFill>
        <p:spPr>
          <a:xfrm>
            <a:off x="4326026" y="2805379"/>
            <a:ext cx="666598" cy="533095"/>
          </a:xfrm>
          <a:prstGeom prst="rect">
            <a:avLst/>
          </a:prstGeom>
        </p:spPr>
      </p:pic>
      <p:sp>
        <p:nvSpPr>
          <p:cNvPr id="23" name="Shape 14"/>
          <p:cNvSpPr/>
          <p:nvPr/>
        </p:nvSpPr>
        <p:spPr>
          <a:xfrm>
            <a:off x="6316675" y="3881628"/>
            <a:ext cx="2438705" cy="1619402"/>
          </a:xfrm>
          <a:prstGeom prst="roundRect">
            <a:avLst>
              <a:gd name="adj" fmla="val 398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15"/>
          <p:cNvSpPr txBox="1"/>
          <p:nvPr/>
        </p:nvSpPr>
        <p:spPr>
          <a:xfrm>
            <a:off x="6466637" y="4071823"/>
            <a:ext cx="213969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 Canali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16"/>
          <p:cNvSpPr txBox="1"/>
          <p:nvPr/>
        </p:nvSpPr>
        <p:spPr>
          <a:xfrm>
            <a:off x="6469380" y="4441241"/>
            <a:ext cx="2134210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 Struttura il lavoro in canali tematici. Usa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Canali Standard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 per tutti e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Privati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 per accessi ristretti. 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960413" y="2499970"/>
            <a:ext cx="1143000" cy="1143000"/>
          </a:xfrm>
          <a:prstGeom prst="rect">
            <a:avLst/>
          </a:prstGeom>
        </p:spPr>
      </p:pic>
      <p:sp>
        <p:nvSpPr>
          <p:cNvPr id="27" name="Shape 17"/>
          <p:cNvSpPr/>
          <p:nvPr/>
        </p:nvSpPr>
        <p:spPr>
          <a:xfrm>
            <a:off x="7732166" y="2538374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18"/>
          <p:cNvSpPr txBox="1"/>
          <p:nvPr/>
        </p:nvSpPr>
        <p:spPr>
          <a:xfrm>
            <a:off x="7693762" y="2538374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9"/>
          <a:srcRect t="-12" b="-12"/>
          <a:stretch/>
        </p:blipFill>
        <p:spPr>
          <a:xfrm>
            <a:off x="7298741" y="2805379"/>
            <a:ext cx="466344" cy="533095"/>
          </a:xfrm>
          <a:prstGeom prst="rect">
            <a:avLst/>
          </a:prstGeom>
        </p:spPr>
      </p:pic>
      <p:sp>
        <p:nvSpPr>
          <p:cNvPr id="30" name="Shape 19"/>
          <p:cNvSpPr/>
          <p:nvPr/>
        </p:nvSpPr>
        <p:spPr>
          <a:xfrm>
            <a:off x="9189720" y="3881628"/>
            <a:ext cx="2438705" cy="1619402"/>
          </a:xfrm>
          <a:prstGeom prst="roundRect">
            <a:avLst>
              <a:gd name="adj" fmla="val 398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0"/>
          <p:cNvSpPr txBox="1"/>
          <p:nvPr/>
        </p:nvSpPr>
        <p:spPr>
          <a:xfrm>
            <a:off x="9338767" y="4071823"/>
            <a:ext cx="213969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Norme &amp; Naming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21"/>
          <p:cNvSpPr txBox="1"/>
          <p:nvPr/>
        </p:nvSpPr>
        <p:spPr>
          <a:xfrm>
            <a:off x="9341510" y="4441241"/>
            <a:ext cx="2134210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 Definisci regole chiare di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naming convention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 e linee guida per l'utilizzo di post e file condivisi. 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9833458" y="2499970"/>
            <a:ext cx="1143000" cy="1143000"/>
          </a:xfrm>
          <a:prstGeom prst="rect">
            <a:avLst/>
          </a:prstGeom>
        </p:spPr>
      </p:pic>
      <p:sp>
        <p:nvSpPr>
          <p:cNvPr id="34" name="Shape 22"/>
          <p:cNvSpPr/>
          <p:nvPr/>
        </p:nvSpPr>
        <p:spPr>
          <a:xfrm>
            <a:off x="10605211" y="2538374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23"/>
          <p:cNvSpPr txBox="1"/>
          <p:nvPr/>
        </p:nvSpPr>
        <p:spPr>
          <a:xfrm>
            <a:off x="10566806" y="2538374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6" name="Image 10" descr="preencoded.png"/>
          <p:cNvPicPr>
            <a:picLocks noChangeAspect="1"/>
          </p:cNvPicPr>
          <p:nvPr/>
        </p:nvPicPr>
        <p:blipFill>
          <a:blip r:embed="rId11"/>
          <a:srcRect l="-86" r="-86"/>
          <a:stretch/>
        </p:blipFill>
        <p:spPr>
          <a:xfrm>
            <a:off x="10204704" y="2805379"/>
            <a:ext cx="400507" cy="533095"/>
          </a:xfrm>
          <a:prstGeom prst="rect">
            <a:avLst/>
          </a:prstGeom>
        </p:spPr>
      </p:pic>
      <p:sp>
        <p:nvSpPr>
          <p:cNvPr id="37" name="Shape 24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25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26"/>
          <p:cNvSpPr txBox="1"/>
          <p:nvPr/>
        </p:nvSpPr>
        <p:spPr>
          <a:xfrm>
            <a:off x="571500" y="152705"/>
            <a:ext cx="50868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52" normalizeH="0" baseline="0" noProof="0" dirty="0">
                <a:ln>
                  <a:noFill/>
                </a:ln>
                <a:solidFill>
                  <a:srgbClr val="6D28D9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Processo Guidato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27"/>
          <p:cNvSpPr txBox="1"/>
          <p:nvPr/>
        </p:nvSpPr>
        <p:spPr>
          <a:xfrm>
            <a:off x="571500" y="381305"/>
            <a:ext cx="593079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Creare un Team: passo-passo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28"/>
          <p:cNvSpPr/>
          <p:nvPr/>
        </p:nvSpPr>
        <p:spPr>
          <a:xfrm>
            <a:off x="9909353" y="276149"/>
            <a:ext cx="1714500" cy="362102"/>
          </a:xfrm>
          <a:prstGeom prst="roundRect">
            <a:avLst>
              <a:gd name="adj" fmla="val 53163"/>
            </a:avLst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2" name="Image 11" descr="preencoded.png"/>
          <p:cNvPicPr>
            <a:picLocks noChangeAspect="1"/>
          </p:cNvPicPr>
          <p:nvPr/>
        </p:nvPicPr>
        <p:blipFill>
          <a:blip r:embed="rId12"/>
          <a:srcRect t="-180" b="-180"/>
          <a:stretch/>
        </p:blipFill>
        <p:spPr>
          <a:xfrm>
            <a:off x="10109606" y="381305"/>
            <a:ext cx="190195" cy="152705"/>
          </a:xfrm>
          <a:prstGeom prst="rect">
            <a:avLst/>
          </a:prstGeom>
        </p:spPr>
      </p:pic>
      <p:sp>
        <p:nvSpPr>
          <p:cNvPr id="43" name="Text 29"/>
          <p:cNvSpPr txBox="1"/>
          <p:nvPr/>
        </p:nvSpPr>
        <p:spPr>
          <a:xfrm>
            <a:off x="10414102" y="276149"/>
            <a:ext cx="106710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6D28D9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Configurazione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857707"/>
            <a:ext cx="12191695" cy="6001207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714146" y="1238098"/>
            <a:ext cx="3429000" cy="523859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14146" y="1238098"/>
            <a:ext cx="3429000" cy="1848002"/>
          </a:xfrm>
          <a:prstGeom prst="roundRect">
            <a:avLst>
              <a:gd name="adj" fmla="val 4081"/>
            </a:avLst>
          </a:prstGeom>
          <a:solidFill>
            <a:srgbClr val="464EB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4"/>
          <p:cNvSpPr/>
          <p:nvPr/>
        </p:nvSpPr>
        <p:spPr>
          <a:xfrm>
            <a:off x="714146" y="3028493"/>
            <a:ext cx="3429000" cy="57607"/>
          </a:xfrm>
          <a:prstGeom prst="roundRect">
            <a:avLst>
              <a:gd name="adj" fmla="val 130912"/>
            </a:avLst>
          </a:prstGeom>
          <a:solidFill>
            <a:srgbClr val="32388E"/>
          </a:solidFill>
          <a:ln w="12700">
            <a:solidFill>
              <a:srgbClr val="32388E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2095805" y="1476756"/>
            <a:ext cx="666598" cy="666598"/>
          </a:xfrm>
          <a:prstGeom prst="roundRect">
            <a:avLst>
              <a:gd name="adj" fmla="val 35273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143354" y="1580998"/>
            <a:ext cx="571500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18388" y="2257654"/>
            <a:ext cx="322783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Team &amp; Canali Standard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1837944" y="2600554"/>
            <a:ext cx="119054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90000"/>
                  </a:srgbClr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Visibilità Aperta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714146" y="3086100"/>
            <a:ext cx="3429000" cy="3390595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1634033" y="3323844"/>
            <a:ext cx="1591056" cy="267005"/>
          </a:xfrm>
          <a:prstGeom prst="roundRect">
            <a:avLst>
              <a:gd name="adj" fmla="val 244618"/>
            </a:avLst>
          </a:prstGeom>
          <a:solidFill>
            <a:srgbClr val="EBEE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0"/>
          <p:cNvSpPr txBox="1"/>
          <p:nvPr/>
        </p:nvSpPr>
        <p:spPr>
          <a:xfrm>
            <a:off x="1602029" y="3399967"/>
            <a:ext cx="1655064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38" normalizeH="0" baseline="0" noProof="0" dirty="0">
                <a:ln>
                  <a:noFill/>
                </a:ln>
                <a:solidFill>
                  <a:srgbClr val="464EB8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Pubblico / Standard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1"/>
          <p:cNvSpPr txBox="1"/>
          <p:nvPr/>
        </p:nvSpPr>
        <p:spPr>
          <a:xfrm>
            <a:off x="765353" y="3666744"/>
            <a:ext cx="33275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"Progetti aperti a tutti i membri"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952805" y="4724705"/>
            <a:ext cx="2952598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52805" y="4086454"/>
            <a:ext cx="152705" cy="15270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218895" y="4048049"/>
            <a:ext cx="279349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Accessibilità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4"/>
          <p:cNvSpPr txBox="1"/>
          <p:nvPr/>
        </p:nvSpPr>
        <p:spPr>
          <a:xfrm>
            <a:off x="1218895" y="4276649"/>
            <a:ext cx="27624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Tutti i membri del Team vedono i canali standard e possono parteciparvi.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952805" y="5553151"/>
            <a:ext cx="2952598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52805" y="4914900"/>
            <a:ext cx="152705" cy="15270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218895" y="4876495"/>
            <a:ext cx="279349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Team Org-Wide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17"/>
          <p:cNvSpPr txBox="1"/>
          <p:nvPr/>
        </p:nvSpPr>
        <p:spPr>
          <a:xfrm>
            <a:off x="1218895" y="5105095"/>
            <a:ext cx="27624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Include automaticamente tutti gli utenti dell'organizzazione (max 10.000).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52805" y="5743346"/>
            <a:ext cx="152705" cy="152705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218895" y="5705856"/>
            <a:ext cx="279349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Archiviazione SharePoint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19"/>
          <p:cNvSpPr txBox="1"/>
          <p:nvPr/>
        </p:nvSpPr>
        <p:spPr>
          <a:xfrm>
            <a:off x="1218895" y="5934456"/>
            <a:ext cx="27624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Cartella dedicata nella libreria documenti del sito SharePoint principale.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4381805" y="1238098"/>
            <a:ext cx="3429000" cy="5238598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4381805" y="1238098"/>
            <a:ext cx="3429000" cy="1848002"/>
          </a:xfrm>
          <a:prstGeom prst="roundRect">
            <a:avLst>
              <a:gd name="adj" fmla="val 4081"/>
            </a:avLst>
          </a:prstGeom>
          <a:solidFill>
            <a:srgbClr val="B2222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1"/>
          <p:cNvSpPr/>
          <p:nvPr/>
        </p:nvSpPr>
        <p:spPr>
          <a:xfrm>
            <a:off x="4381805" y="3028493"/>
            <a:ext cx="3429000" cy="57607"/>
          </a:xfrm>
          <a:prstGeom prst="roundRect">
            <a:avLst>
              <a:gd name="adj" fmla="val 130912"/>
            </a:avLst>
          </a:prstGeom>
          <a:solidFill>
            <a:srgbClr val="8B1A1A"/>
          </a:solidFill>
          <a:ln w="12700">
            <a:solidFill>
              <a:srgbClr val="8B1A1A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2"/>
          <p:cNvSpPr/>
          <p:nvPr/>
        </p:nvSpPr>
        <p:spPr>
          <a:xfrm>
            <a:off x="5762549" y="1476756"/>
            <a:ext cx="666598" cy="666598"/>
          </a:xfrm>
          <a:prstGeom prst="roundRect">
            <a:avLst>
              <a:gd name="adj" fmla="val 35273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6"/>
          <a:srcRect l="-57" r="-57"/>
          <a:stretch/>
        </p:blipFill>
        <p:spPr>
          <a:xfrm>
            <a:off x="5896051" y="1580998"/>
            <a:ext cx="400507" cy="457200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4640580" y="2257654"/>
            <a:ext cx="291327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Team &amp; Canali Privati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24"/>
          <p:cNvSpPr txBox="1"/>
          <p:nvPr/>
        </p:nvSpPr>
        <p:spPr>
          <a:xfrm>
            <a:off x="5451653" y="2600554"/>
            <a:ext cx="129296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90000"/>
                  </a:srgbClr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Accesso Ristretto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25"/>
          <p:cNvSpPr/>
          <p:nvPr/>
        </p:nvSpPr>
        <p:spPr>
          <a:xfrm>
            <a:off x="4381805" y="3086100"/>
            <a:ext cx="3429000" cy="3390595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26"/>
          <p:cNvSpPr/>
          <p:nvPr/>
        </p:nvSpPr>
        <p:spPr>
          <a:xfrm>
            <a:off x="5341010" y="3323844"/>
            <a:ext cx="1514246" cy="267005"/>
          </a:xfrm>
          <a:prstGeom prst="roundRect">
            <a:avLst>
              <a:gd name="adj" fmla="val 244618"/>
            </a:avLst>
          </a:prstGeom>
          <a:solidFill>
            <a:srgbClr val="FAE6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27"/>
          <p:cNvSpPr txBox="1"/>
          <p:nvPr/>
        </p:nvSpPr>
        <p:spPr>
          <a:xfrm>
            <a:off x="5310835" y="3414369"/>
            <a:ext cx="1575511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38" normalizeH="0" baseline="0" noProof="0" dirty="0">
                <a:ln>
                  <a:noFill/>
                </a:ln>
                <a:solidFill>
                  <a:srgbClr val="B22222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Privato / Riservato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28"/>
          <p:cNvSpPr txBox="1"/>
          <p:nvPr/>
        </p:nvSpPr>
        <p:spPr>
          <a:xfrm>
            <a:off x="4562856" y="3666744"/>
            <a:ext cx="30678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"Management, HR, Finanza"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29"/>
          <p:cNvSpPr/>
          <p:nvPr/>
        </p:nvSpPr>
        <p:spPr>
          <a:xfrm>
            <a:off x="4619549" y="4724705"/>
            <a:ext cx="2952598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619549" y="4086454"/>
            <a:ext cx="152705" cy="152705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4886554" y="4048049"/>
            <a:ext cx="279349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Sottoinsieme di Membri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1"/>
          <p:cNvSpPr txBox="1"/>
          <p:nvPr/>
        </p:nvSpPr>
        <p:spPr>
          <a:xfrm>
            <a:off x="4886554" y="4276649"/>
            <a:ext cx="27624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Solo membri specifici del Team possono vedere e accedere al canale.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32"/>
          <p:cNvSpPr/>
          <p:nvPr/>
        </p:nvSpPr>
        <p:spPr>
          <a:xfrm>
            <a:off x="4619549" y="5553151"/>
            <a:ext cx="2952598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3" name="Image 8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619549" y="4914900"/>
            <a:ext cx="152705" cy="152705"/>
          </a:xfrm>
          <a:prstGeom prst="rect">
            <a:avLst/>
          </a:prstGeom>
        </p:spPr>
      </p:pic>
      <p:sp>
        <p:nvSpPr>
          <p:cNvPr id="44" name="Text 33"/>
          <p:cNvSpPr txBox="1"/>
          <p:nvPr/>
        </p:nvSpPr>
        <p:spPr>
          <a:xfrm>
            <a:off x="4886554" y="4876495"/>
            <a:ext cx="279349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Sito SharePoint Separato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34"/>
          <p:cNvSpPr txBox="1"/>
          <p:nvPr/>
        </p:nvSpPr>
        <p:spPr>
          <a:xfrm>
            <a:off x="4886554" y="5105095"/>
            <a:ext cx="27624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Crea un sito SharePoint dedicato per garantire isolamento dei dati.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6" name="Image 9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619549" y="5743346"/>
            <a:ext cx="152705" cy="152705"/>
          </a:xfrm>
          <a:prstGeom prst="rect">
            <a:avLst/>
          </a:prstGeom>
        </p:spPr>
      </p:pic>
      <p:sp>
        <p:nvSpPr>
          <p:cNvPr id="47" name="Text 35"/>
          <p:cNvSpPr txBox="1"/>
          <p:nvPr/>
        </p:nvSpPr>
        <p:spPr>
          <a:xfrm>
            <a:off x="4886554" y="5705856"/>
            <a:ext cx="279349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Team Privato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36"/>
          <p:cNvSpPr txBox="1"/>
          <p:nvPr/>
        </p:nvSpPr>
        <p:spPr>
          <a:xfrm>
            <a:off x="4886554" y="5934456"/>
            <a:ext cx="27624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Ingresso solo su invito o approvazione del proprietario.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9" name="Image 1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8048549" y="1238098"/>
            <a:ext cx="3429000" cy="5238598"/>
          </a:xfrm>
          <a:prstGeom prst="rect">
            <a:avLst/>
          </a:prstGeom>
        </p:spPr>
      </p:pic>
      <p:sp>
        <p:nvSpPr>
          <p:cNvPr id="50" name="Shape 37"/>
          <p:cNvSpPr/>
          <p:nvPr/>
        </p:nvSpPr>
        <p:spPr>
          <a:xfrm>
            <a:off x="8048549" y="1238098"/>
            <a:ext cx="3429000" cy="1848002"/>
          </a:xfrm>
          <a:prstGeom prst="roundRect">
            <a:avLst>
              <a:gd name="adj" fmla="val 4081"/>
            </a:avLst>
          </a:prstGeom>
          <a:solidFill>
            <a:srgbClr val="2E8B5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Shape 38"/>
          <p:cNvSpPr/>
          <p:nvPr/>
        </p:nvSpPr>
        <p:spPr>
          <a:xfrm>
            <a:off x="8048549" y="3028493"/>
            <a:ext cx="3429000" cy="57607"/>
          </a:xfrm>
          <a:prstGeom prst="roundRect">
            <a:avLst>
              <a:gd name="adj" fmla="val 130912"/>
            </a:avLst>
          </a:prstGeom>
          <a:solidFill>
            <a:srgbClr val="1C5E3A"/>
          </a:solidFill>
          <a:ln w="12700">
            <a:solidFill>
              <a:srgbClr val="1C5E3A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Shape 39"/>
          <p:cNvSpPr/>
          <p:nvPr/>
        </p:nvSpPr>
        <p:spPr>
          <a:xfrm>
            <a:off x="9430207" y="1476756"/>
            <a:ext cx="666598" cy="666598"/>
          </a:xfrm>
          <a:prstGeom prst="roundRect">
            <a:avLst>
              <a:gd name="adj" fmla="val 35273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3" name="Image 11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477756" y="1580998"/>
            <a:ext cx="571500" cy="457200"/>
          </a:xfrm>
          <a:prstGeom prst="rect">
            <a:avLst/>
          </a:prstGeom>
        </p:spPr>
      </p:pic>
      <p:sp>
        <p:nvSpPr>
          <p:cNvPr id="54" name="Text 40"/>
          <p:cNvSpPr txBox="1"/>
          <p:nvPr/>
        </p:nvSpPr>
        <p:spPr>
          <a:xfrm>
            <a:off x="8687714" y="2257654"/>
            <a:ext cx="215432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Canali Condivisi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Text 41"/>
          <p:cNvSpPr txBox="1"/>
          <p:nvPr/>
        </p:nvSpPr>
        <p:spPr>
          <a:xfrm>
            <a:off x="8939174" y="2600554"/>
            <a:ext cx="165506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90000"/>
                  </a:srgbClr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Collaborazione Estesa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Shape 42"/>
          <p:cNvSpPr/>
          <p:nvPr/>
        </p:nvSpPr>
        <p:spPr>
          <a:xfrm>
            <a:off x="8048549" y="3086100"/>
            <a:ext cx="3429000" cy="3390595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Shape 43"/>
          <p:cNvSpPr/>
          <p:nvPr/>
        </p:nvSpPr>
        <p:spPr>
          <a:xfrm>
            <a:off x="9155887" y="3323844"/>
            <a:ext cx="1218895" cy="267005"/>
          </a:xfrm>
          <a:prstGeom prst="roundRect">
            <a:avLst>
              <a:gd name="adj" fmla="val 244618"/>
            </a:avLst>
          </a:prstGeom>
          <a:solidFill>
            <a:srgbClr val="EAF7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Text 44"/>
          <p:cNvSpPr txBox="1"/>
          <p:nvPr/>
        </p:nvSpPr>
        <p:spPr>
          <a:xfrm>
            <a:off x="9142781" y="3380993"/>
            <a:ext cx="1276502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38" normalizeH="0" baseline="0" noProof="0" dirty="0">
                <a:ln>
                  <a:noFill/>
                </a:ln>
                <a:solidFill>
                  <a:srgbClr val="2E8B5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Teams Connect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Text 45"/>
          <p:cNvSpPr txBox="1"/>
          <p:nvPr/>
        </p:nvSpPr>
        <p:spPr>
          <a:xfrm>
            <a:off x="8229600" y="3666744"/>
            <a:ext cx="30678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"Collaborazione Cross-Team"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Shape 46"/>
          <p:cNvSpPr/>
          <p:nvPr/>
        </p:nvSpPr>
        <p:spPr>
          <a:xfrm>
            <a:off x="8287207" y="4724705"/>
            <a:ext cx="2952598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1" name="Image 12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287207" y="4086454"/>
            <a:ext cx="152705" cy="152705"/>
          </a:xfrm>
          <a:prstGeom prst="rect">
            <a:avLst/>
          </a:prstGeom>
        </p:spPr>
      </p:pic>
      <p:sp>
        <p:nvSpPr>
          <p:cNvPr id="62" name="Text 47"/>
          <p:cNvSpPr txBox="1"/>
          <p:nvPr/>
        </p:nvSpPr>
        <p:spPr>
          <a:xfrm>
            <a:off x="8553298" y="4048049"/>
            <a:ext cx="279349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Oltre i confini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Text 48"/>
          <p:cNvSpPr txBox="1"/>
          <p:nvPr/>
        </p:nvSpPr>
        <p:spPr>
          <a:xfrm>
            <a:off x="8553298" y="4276649"/>
            <a:ext cx="27624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Condividi con persone esterne al Team o all'organizzazione (B2B Direct Connect).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Shape 49"/>
          <p:cNvSpPr/>
          <p:nvPr/>
        </p:nvSpPr>
        <p:spPr>
          <a:xfrm>
            <a:off x="8287207" y="5553151"/>
            <a:ext cx="2952598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5" name="Image 13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287207" y="4914900"/>
            <a:ext cx="152705" cy="152705"/>
          </a:xfrm>
          <a:prstGeom prst="rect">
            <a:avLst/>
          </a:prstGeom>
        </p:spPr>
      </p:pic>
      <p:sp>
        <p:nvSpPr>
          <p:cNvPr id="66" name="Text 50"/>
          <p:cNvSpPr txBox="1"/>
          <p:nvPr/>
        </p:nvSpPr>
        <p:spPr>
          <a:xfrm>
            <a:off x="8553298" y="4876495"/>
            <a:ext cx="279349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Nessun cambio tenant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Text 51"/>
          <p:cNvSpPr txBox="1"/>
          <p:nvPr/>
        </p:nvSpPr>
        <p:spPr>
          <a:xfrm>
            <a:off x="8553298" y="5105095"/>
            <a:ext cx="27624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Gli esterni collaborano senza dover cambiare account o tenant.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8" name="Image 14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287207" y="5743346"/>
            <a:ext cx="152705" cy="152705"/>
          </a:xfrm>
          <a:prstGeom prst="rect">
            <a:avLst/>
          </a:prstGeom>
        </p:spPr>
      </p:pic>
      <p:sp>
        <p:nvSpPr>
          <p:cNvPr id="69" name="Text 52"/>
          <p:cNvSpPr txBox="1"/>
          <p:nvPr/>
        </p:nvSpPr>
        <p:spPr>
          <a:xfrm>
            <a:off x="8553298" y="5705856"/>
            <a:ext cx="279349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Sito SharePoint Dedicato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Text 53"/>
          <p:cNvSpPr txBox="1"/>
          <p:nvPr/>
        </p:nvSpPr>
        <p:spPr>
          <a:xfrm>
            <a:off x="8553298" y="5934456"/>
            <a:ext cx="27624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Anche qui viene creato un sito separato per gestire i permessi granulari.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Shape 54"/>
          <p:cNvSpPr/>
          <p:nvPr/>
        </p:nvSpPr>
        <p:spPr>
          <a:xfrm>
            <a:off x="0" y="0"/>
            <a:ext cx="12191695" cy="8577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Shape 55"/>
          <p:cNvSpPr/>
          <p:nvPr/>
        </p:nvSpPr>
        <p:spPr>
          <a:xfrm>
            <a:off x="0" y="819302"/>
            <a:ext cx="12191695" cy="38405"/>
          </a:xfrm>
          <a:prstGeom prst="rect">
            <a:avLst/>
          </a:prstGeom>
          <a:solidFill>
            <a:srgbClr val="464EB8"/>
          </a:solidFill>
          <a:ln w="12700">
            <a:solidFill>
              <a:srgbClr val="464EB8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Text 56"/>
          <p:cNvSpPr txBox="1"/>
          <p:nvPr/>
        </p:nvSpPr>
        <p:spPr>
          <a:xfrm>
            <a:off x="571500" y="105156"/>
            <a:ext cx="36393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52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Microsoft Teams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Text 57"/>
          <p:cNvSpPr txBox="1"/>
          <p:nvPr/>
        </p:nvSpPr>
        <p:spPr>
          <a:xfrm>
            <a:off x="571500" y="333756"/>
            <a:ext cx="46552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Tipi di Team e Canali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Shape 58"/>
          <p:cNvSpPr/>
          <p:nvPr/>
        </p:nvSpPr>
        <p:spPr>
          <a:xfrm>
            <a:off x="9842602" y="228600"/>
            <a:ext cx="1781251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6" name="Image 15" descr="preencoded.png"/>
          <p:cNvPicPr>
            <a:picLocks noChangeAspect="1"/>
          </p:cNvPicPr>
          <p:nvPr/>
        </p:nvPicPr>
        <p:blipFill>
          <a:blip r:embed="rId10"/>
          <a:srcRect l="-33" r="-33"/>
          <a:stretch/>
        </p:blipFill>
        <p:spPr>
          <a:xfrm>
            <a:off x="10041941" y="333756"/>
            <a:ext cx="171907" cy="152705"/>
          </a:xfrm>
          <a:prstGeom prst="rect">
            <a:avLst/>
          </a:prstGeom>
        </p:spPr>
      </p:pic>
      <p:sp>
        <p:nvSpPr>
          <p:cNvPr id="77" name="Text 59"/>
          <p:cNvSpPr txBox="1"/>
          <p:nvPr/>
        </p:nvSpPr>
        <p:spPr>
          <a:xfrm>
            <a:off x="10328148" y="228600"/>
            <a:ext cx="115305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Struttura Teams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71500" y="1333195"/>
            <a:ext cx="5333695" cy="5143500"/>
          </a:xfrm>
          <a:prstGeom prst="roundRect">
            <a:avLst>
              <a:gd name="adj" fmla="val 39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80644" y="1343254"/>
            <a:ext cx="5315407" cy="685800"/>
          </a:xfrm>
          <a:prstGeom prst="roundRect">
            <a:avLst>
              <a:gd name="adj" fmla="val 22222"/>
            </a:avLst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1937614" y="1571854"/>
            <a:ext cx="286207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323490" y="1343254"/>
            <a:ext cx="2267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Gerarchia dei Ruoli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819302" y="2266798"/>
            <a:ext cx="4839005" cy="1162202"/>
          </a:xfrm>
          <a:prstGeom prst="roundRect">
            <a:avLst>
              <a:gd name="adj" fmla="val 5159"/>
            </a:avLst>
          </a:prstGeom>
          <a:solidFill>
            <a:srgbClr val="EFF6F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819302" y="2266798"/>
            <a:ext cx="38405" cy="1162202"/>
          </a:xfrm>
          <a:prstGeom prst="roundRect">
            <a:avLst>
              <a:gd name="adj" fmla="val 156127"/>
            </a:avLst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1000354" y="2409444"/>
            <a:ext cx="381305" cy="381305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l="-33" r="-33"/>
          <a:stretch/>
        </p:blipFill>
        <p:spPr>
          <a:xfrm>
            <a:off x="1104595" y="2523744"/>
            <a:ext cx="171907" cy="15270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524305" y="2409444"/>
            <a:ext cx="41056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Proprietari (Owners)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0"/>
          <p:cNvSpPr txBox="1"/>
          <p:nvPr/>
        </p:nvSpPr>
        <p:spPr>
          <a:xfrm>
            <a:off x="1524305" y="2714854"/>
            <a:ext cx="406725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Controllo totale: gestiscono impostazioni, aggiungono/rimuovono membri, eliminano il team. Gestiscono i canali privati.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819302" y="3762756"/>
            <a:ext cx="4839005" cy="972007"/>
          </a:xfrm>
          <a:prstGeom prst="roundRect">
            <a:avLst>
              <a:gd name="adj" fmla="val 7378"/>
            </a:avLst>
          </a:prstGeom>
          <a:solidFill>
            <a:srgbClr val="F8FAF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819302" y="3762756"/>
            <a:ext cx="38405" cy="972007"/>
          </a:xfrm>
          <a:prstGeom prst="roundRect">
            <a:avLst>
              <a:gd name="adj" fmla="val 186740"/>
            </a:avLst>
          </a:prstGeom>
          <a:solidFill>
            <a:srgbClr val="107C10"/>
          </a:solidFill>
          <a:ln w="12700">
            <a:solidFill>
              <a:srgbClr val="107C10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1000354" y="3905402"/>
            <a:ext cx="381305" cy="381305"/>
          </a:xfrm>
          <a:prstGeom prst="ellipse">
            <a:avLst/>
          </a:prstGeom>
          <a:solidFill>
            <a:srgbClr val="107C1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rcRect t="-43" b="-43"/>
          <a:stretch/>
        </p:blipFill>
        <p:spPr>
          <a:xfrm>
            <a:off x="1123798" y="4019702"/>
            <a:ext cx="133502" cy="15270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524305" y="3905402"/>
            <a:ext cx="41056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Membri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5"/>
          <p:cNvSpPr txBox="1"/>
          <p:nvPr/>
        </p:nvSpPr>
        <p:spPr>
          <a:xfrm>
            <a:off x="1524305" y="4209898"/>
            <a:ext cx="406725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Collaborazione attiva: creano canali (se permesso), caricano file, aggiungono schede e app. Non gestiscono gli altri utenti.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6"/>
          <p:cNvSpPr/>
          <p:nvPr/>
        </p:nvSpPr>
        <p:spPr>
          <a:xfrm>
            <a:off x="819302" y="5067605"/>
            <a:ext cx="4839005" cy="1162202"/>
          </a:xfrm>
          <a:prstGeom prst="roundRect">
            <a:avLst>
              <a:gd name="adj" fmla="val 5159"/>
            </a:avLst>
          </a:prstGeom>
          <a:solidFill>
            <a:srgbClr val="F8FAF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17"/>
          <p:cNvSpPr/>
          <p:nvPr/>
        </p:nvSpPr>
        <p:spPr>
          <a:xfrm>
            <a:off x="819302" y="5067605"/>
            <a:ext cx="38405" cy="1162202"/>
          </a:xfrm>
          <a:prstGeom prst="roundRect">
            <a:avLst>
              <a:gd name="adj" fmla="val 156127"/>
            </a:avLst>
          </a:prstGeom>
          <a:solidFill>
            <a:srgbClr val="D13438"/>
          </a:solidFill>
          <a:ln w="12700">
            <a:solidFill>
              <a:srgbClr val="D13438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18"/>
          <p:cNvSpPr/>
          <p:nvPr/>
        </p:nvSpPr>
        <p:spPr>
          <a:xfrm>
            <a:off x="1000354" y="5210251"/>
            <a:ext cx="381305" cy="381305"/>
          </a:xfrm>
          <a:prstGeom prst="ellipse">
            <a:avLst/>
          </a:prstGeom>
          <a:solidFill>
            <a:srgbClr val="D1343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14654" y="5324551"/>
            <a:ext cx="152705" cy="15270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524305" y="5210251"/>
            <a:ext cx="41056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Ospiti (Guests)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0"/>
          <p:cNvSpPr txBox="1"/>
          <p:nvPr/>
        </p:nvSpPr>
        <p:spPr>
          <a:xfrm>
            <a:off x="1524305" y="5514746"/>
            <a:ext cx="406725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Accesso limitato: partecipano a chat e canali, collaborano sui file. Nessun accesso alle impostazioni del team o amministrative.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1"/>
          <p:cNvSpPr/>
          <p:nvPr/>
        </p:nvSpPr>
        <p:spPr>
          <a:xfrm>
            <a:off x="6286500" y="1333195"/>
            <a:ext cx="5333695" cy="5143500"/>
          </a:xfrm>
          <a:prstGeom prst="roundRect">
            <a:avLst>
              <a:gd name="adj" fmla="val 39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2"/>
          <p:cNvSpPr/>
          <p:nvPr/>
        </p:nvSpPr>
        <p:spPr>
          <a:xfrm>
            <a:off x="6295644" y="1343254"/>
            <a:ext cx="5315407" cy="685800"/>
          </a:xfrm>
          <a:prstGeom prst="roundRect">
            <a:avLst>
              <a:gd name="adj" fmla="val 22222"/>
            </a:avLst>
          </a:prstGeom>
          <a:solidFill>
            <a:srgbClr val="2B3A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rcRect l="-80" r="-80"/>
          <a:stretch/>
        </p:blipFill>
        <p:spPr>
          <a:xfrm>
            <a:off x="7592263" y="1571854"/>
            <a:ext cx="286207" cy="22860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7978140" y="1343254"/>
            <a:ext cx="23820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Policy e Governance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4"/>
          <p:cNvSpPr txBox="1"/>
          <p:nvPr/>
        </p:nvSpPr>
        <p:spPr>
          <a:xfrm>
            <a:off x="6534302" y="2266798"/>
            <a:ext cx="4953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6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Best Practices IT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rcRect l="-989999" r="-989999"/>
          <a:stretch/>
        </p:blipFill>
        <p:spPr>
          <a:xfrm>
            <a:off x="6534302" y="2648102"/>
            <a:ext cx="237744" cy="9144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6886346" y="2609698"/>
            <a:ext cx="46012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Limitazione Creazione Team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26"/>
          <p:cNvSpPr txBox="1"/>
          <p:nvPr/>
        </p:nvSpPr>
        <p:spPr>
          <a:xfrm>
            <a:off x="6886346" y="2838298"/>
            <a:ext cx="456285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Restringere la creazione dei Team a uno specifico gruppo di sicurezza per evitare il "Teams Sprawl" (proliferazione incontrollata).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rcRect l="-989999" r="-989999"/>
          <a:stretch/>
        </p:blipFill>
        <p:spPr>
          <a:xfrm>
            <a:off x="6534302" y="3448202"/>
            <a:ext cx="237744" cy="9144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6886346" y="3409798"/>
            <a:ext cx="46012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Naming Convention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28"/>
          <p:cNvSpPr txBox="1"/>
          <p:nvPr/>
        </p:nvSpPr>
        <p:spPr>
          <a:xfrm>
            <a:off x="6886346" y="3638398"/>
            <a:ext cx="456285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Imporre prefissi o suffissi automatici (es. "PRJ-", "DPT-") e bloccare parole offensive o riservate (es. "CEO", "HR").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10"/>
          <a:srcRect l="-989999" r="-989999"/>
          <a:stretch/>
        </p:blipFill>
        <p:spPr>
          <a:xfrm>
            <a:off x="6534302" y="4248302"/>
            <a:ext cx="142646" cy="9144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6791249" y="4209898"/>
            <a:ext cx="46963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Policy di Scadenza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0"/>
          <p:cNvSpPr txBox="1"/>
          <p:nvPr/>
        </p:nvSpPr>
        <p:spPr>
          <a:xfrm>
            <a:off x="6791249" y="4438498"/>
            <a:ext cx="465795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Configurare l'archiviazione o eliminazione automatica dei Team inattivi dopo un periodo (es. 365 giorni) se non rinnovati.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31"/>
          <p:cNvSpPr/>
          <p:nvPr/>
        </p:nvSpPr>
        <p:spPr>
          <a:xfrm>
            <a:off x="6534302" y="5410505"/>
            <a:ext cx="4839005" cy="819302"/>
          </a:xfrm>
          <a:prstGeom prst="roundRect">
            <a:avLst>
              <a:gd name="adj" fmla="val 5191"/>
            </a:avLst>
          </a:prstGeom>
          <a:solidFill>
            <a:srgbClr val="FFF4C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32"/>
          <p:cNvSpPr/>
          <p:nvPr/>
        </p:nvSpPr>
        <p:spPr>
          <a:xfrm>
            <a:off x="6534302" y="5410505"/>
            <a:ext cx="38405" cy="819302"/>
          </a:xfrm>
          <a:prstGeom prst="roundRect">
            <a:avLst>
              <a:gd name="adj" fmla="val 110741"/>
            </a:avLst>
          </a:prstGeom>
          <a:solidFill>
            <a:srgbClr val="FCE100"/>
          </a:solidFill>
          <a:ln w="12700">
            <a:solidFill>
              <a:srgbClr val="FCE100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3" name="Image 8" descr="preencoded.png"/>
          <p:cNvPicPr>
            <a:picLocks noChangeAspect="1"/>
          </p:cNvPicPr>
          <p:nvPr/>
        </p:nvPicPr>
        <p:blipFill>
          <a:blip r:embed="rId11"/>
          <a:srcRect t="-100" b="-100"/>
          <a:stretch/>
        </p:blipFill>
        <p:spPr>
          <a:xfrm>
            <a:off x="6715354" y="5572354"/>
            <a:ext cx="114300" cy="152705"/>
          </a:xfrm>
          <a:prstGeom prst="rect">
            <a:avLst/>
          </a:prstGeom>
        </p:spPr>
      </p:pic>
      <p:sp>
        <p:nvSpPr>
          <p:cNvPr id="44" name="Text 33"/>
          <p:cNvSpPr txBox="1"/>
          <p:nvPr/>
        </p:nvSpPr>
        <p:spPr>
          <a:xfrm>
            <a:off x="6905549" y="5553151"/>
            <a:ext cx="24377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92400E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Consiglio per l'Amministratore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34"/>
          <p:cNvSpPr txBox="1"/>
          <p:nvPr/>
        </p:nvSpPr>
        <p:spPr>
          <a:xfrm>
            <a:off x="6715354" y="5781751"/>
            <a:ext cx="45912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78350F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È fondamentale definire almeno due proprietari per ogni Team per garantire continuità nel caso un proprietario lasci l'organizzazione (Team orfani).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Shape 35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Shape 36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37"/>
          <p:cNvSpPr txBox="1"/>
          <p:nvPr/>
        </p:nvSpPr>
        <p:spPr>
          <a:xfrm>
            <a:off x="571500" y="152705"/>
            <a:ext cx="45537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52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Gestione e Sicurezza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38"/>
          <p:cNvSpPr txBox="1"/>
          <p:nvPr/>
        </p:nvSpPr>
        <p:spPr>
          <a:xfrm>
            <a:off x="571500" y="381305"/>
            <a:ext cx="55056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Ruoli e Permessi in Teams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Shape 39"/>
          <p:cNvSpPr/>
          <p:nvPr/>
        </p:nvSpPr>
        <p:spPr>
          <a:xfrm>
            <a:off x="10117836" y="276149"/>
            <a:ext cx="1505102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1" name="Image 9" descr="preencoded.png"/>
          <p:cNvPicPr>
            <a:picLocks noChangeAspect="1"/>
          </p:cNvPicPr>
          <p:nvPr/>
        </p:nvPicPr>
        <p:blipFill>
          <a:blip r:embed="rId12"/>
          <a:srcRect t="-180" b="-180"/>
          <a:stretch/>
        </p:blipFill>
        <p:spPr>
          <a:xfrm>
            <a:off x="10318090" y="381305"/>
            <a:ext cx="190195" cy="152705"/>
          </a:xfrm>
          <a:prstGeom prst="rect">
            <a:avLst/>
          </a:prstGeom>
        </p:spPr>
      </p:pic>
      <p:sp>
        <p:nvSpPr>
          <p:cNvPr id="52" name="Text 40"/>
          <p:cNvSpPr txBox="1"/>
          <p:nvPr/>
        </p:nvSpPr>
        <p:spPr>
          <a:xfrm>
            <a:off x="10622585" y="276149"/>
            <a:ext cx="857707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Governance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71500" y="1556309"/>
            <a:ext cx="4972507" cy="990295"/>
          </a:xfrm>
          <a:prstGeom prst="roundRect">
            <a:avLst>
              <a:gd name="adj" fmla="val 10654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71500" y="1556309"/>
            <a:ext cx="38405" cy="990295"/>
          </a:xfrm>
          <a:prstGeom prst="roundRect">
            <a:avLst>
              <a:gd name="adj" fmla="val 274724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80898" y="1728216"/>
            <a:ext cx="428854" cy="428854"/>
          </a:xfrm>
          <a:prstGeom prst="roundRect">
            <a:avLst>
              <a:gd name="adj" fmla="val 47382"/>
            </a:avLst>
          </a:prstGeom>
          <a:solidFill>
            <a:srgbClr val="E6E6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t="-964" b="-964"/>
          <a:stretch/>
        </p:blipFill>
        <p:spPr>
          <a:xfrm>
            <a:off x="909828" y="1842516"/>
            <a:ext cx="171907" cy="20025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80744" y="1728216"/>
            <a:ext cx="410565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Pianificazione Flessibile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1380744" y="2006194"/>
            <a:ext cx="406725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Crea riunioni direttamente da Teams o Outlook usando l'Assistente Pianificazione per trovare l'orario perfetto.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71500" y="2730398"/>
            <a:ext cx="4972507" cy="990295"/>
          </a:xfrm>
          <a:prstGeom prst="roundRect">
            <a:avLst>
              <a:gd name="adj" fmla="val 10654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571500" y="2730398"/>
            <a:ext cx="38405" cy="990295"/>
          </a:xfrm>
          <a:prstGeom prst="roundRect">
            <a:avLst>
              <a:gd name="adj" fmla="val 274724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780898" y="2902306"/>
            <a:ext cx="428854" cy="428854"/>
          </a:xfrm>
          <a:prstGeom prst="roundRect">
            <a:avLst>
              <a:gd name="adj" fmla="val 47382"/>
            </a:avLst>
          </a:prstGeom>
          <a:solidFill>
            <a:srgbClr val="E6E6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 t="-507" b="-507"/>
          <a:stretch/>
        </p:blipFill>
        <p:spPr>
          <a:xfrm>
            <a:off x="871423" y="3016606"/>
            <a:ext cx="247802" cy="20025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380744" y="2902306"/>
            <a:ext cx="410565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Ruoli e Lobby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2"/>
          <p:cNvSpPr txBox="1"/>
          <p:nvPr/>
        </p:nvSpPr>
        <p:spPr>
          <a:xfrm>
            <a:off x="1380744" y="3180283"/>
            <a:ext cx="406725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Definisci chi è Organizzatore, Presentatore o Partecipante. Controlla gli accessi esterni tramite la Lobby sicura.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571500" y="3905402"/>
            <a:ext cx="4972507" cy="990295"/>
          </a:xfrm>
          <a:prstGeom prst="roundRect">
            <a:avLst>
              <a:gd name="adj" fmla="val 10654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571500" y="3905402"/>
            <a:ext cx="38405" cy="990295"/>
          </a:xfrm>
          <a:prstGeom prst="roundRect">
            <a:avLst>
              <a:gd name="adj" fmla="val 274724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780898" y="4076395"/>
            <a:ext cx="428854" cy="428854"/>
          </a:xfrm>
          <a:prstGeom prst="roundRect">
            <a:avLst>
              <a:gd name="adj" fmla="val 47382"/>
            </a:avLst>
          </a:prstGeom>
          <a:solidFill>
            <a:srgbClr val="E6E6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rcRect t="-1328" b="-1328"/>
          <a:stretch/>
        </p:blipFill>
        <p:spPr>
          <a:xfrm>
            <a:off x="886054" y="4190695"/>
            <a:ext cx="219456" cy="20025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380744" y="4076395"/>
            <a:ext cx="410565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Registrazioni &amp; Trascrizioni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7"/>
          <p:cNvSpPr txBox="1"/>
          <p:nvPr/>
        </p:nvSpPr>
        <p:spPr>
          <a:xfrm>
            <a:off x="1380744" y="4355287"/>
            <a:ext cx="406725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Registra i meeting per chi è assente e genera automaticamente trascrizioni ricercabili salvate su OneDrive.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18"/>
          <p:cNvSpPr/>
          <p:nvPr/>
        </p:nvSpPr>
        <p:spPr>
          <a:xfrm>
            <a:off x="571500" y="5079492"/>
            <a:ext cx="4972507" cy="990295"/>
          </a:xfrm>
          <a:prstGeom prst="roundRect">
            <a:avLst>
              <a:gd name="adj" fmla="val 10654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19"/>
          <p:cNvSpPr/>
          <p:nvPr/>
        </p:nvSpPr>
        <p:spPr>
          <a:xfrm>
            <a:off x="571500" y="5079492"/>
            <a:ext cx="38405" cy="990295"/>
          </a:xfrm>
          <a:prstGeom prst="roundRect">
            <a:avLst>
              <a:gd name="adj" fmla="val 274724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0"/>
          <p:cNvSpPr/>
          <p:nvPr/>
        </p:nvSpPr>
        <p:spPr>
          <a:xfrm>
            <a:off x="780898" y="5251399"/>
            <a:ext cx="428854" cy="428854"/>
          </a:xfrm>
          <a:prstGeom prst="roundRect">
            <a:avLst>
              <a:gd name="adj" fmla="val 47382"/>
            </a:avLst>
          </a:prstGeom>
          <a:solidFill>
            <a:srgbClr val="E6E6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rcRect t="-507" b="-507"/>
          <a:stretch/>
        </p:blipFill>
        <p:spPr>
          <a:xfrm>
            <a:off x="871423" y="5365699"/>
            <a:ext cx="247802" cy="200254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380744" y="5251399"/>
            <a:ext cx="410565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Meeting Etiquette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2"/>
          <p:cNvSpPr txBox="1"/>
          <p:nvPr/>
        </p:nvSpPr>
        <p:spPr>
          <a:xfrm>
            <a:off x="1380744" y="5529377"/>
            <a:ext cx="406725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Usa la funzione "Alza la mano" per intervenire, la chat dedicata per le domande e sfondi sfocati per professionalità.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3"/>
          <p:cNvSpPr/>
          <p:nvPr/>
        </p:nvSpPr>
        <p:spPr>
          <a:xfrm>
            <a:off x="5639105" y="5048402"/>
            <a:ext cx="1714500" cy="1714500"/>
          </a:xfrm>
          <a:prstGeom prst="roundRect">
            <a:avLst>
              <a:gd name="adj" fmla="val 3556"/>
            </a:avLst>
          </a:prstGeom>
          <a:solidFill>
            <a:srgbClr val="D6D7ED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4"/>
          <p:cNvSpPr/>
          <p:nvPr/>
        </p:nvSpPr>
        <p:spPr>
          <a:xfrm>
            <a:off x="9620402" y="952805"/>
            <a:ext cx="2381098" cy="2381098"/>
          </a:xfrm>
          <a:prstGeom prst="ellipse">
            <a:avLst/>
          </a:prstGeom>
          <a:solidFill>
            <a:srgbClr val="B1B2D9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5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26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6264A7"/>
          </a:solidFill>
          <a:ln w="12700">
            <a:solidFill>
              <a:srgbClr val="6264A7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27"/>
          <p:cNvSpPr txBox="1"/>
          <p:nvPr/>
        </p:nvSpPr>
        <p:spPr>
          <a:xfrm>
            <a:off x="571500" y="152705"/>
            <a:ext cx="49149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52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Microsoft Teams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28"/>
          <p:cNvSpPr txBox="1"/>
          <p:nvPr/>
        </p:nvSpPr>
        <p:spPr>
          <a:xfrm>
            <a:off x="571500" y="381305"/>
            <a:ext cx="656905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Riunioni: Pianifica e Gestisci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29"/>
          <p:cNvSpPr/>
          <p:nvPr/>
        </p:nvSpPr>
        <p:spPr>
          <a:xfrm>
            <a:off x="9907524" y="276149"/>
            <a:ext cx="1714500" cy="362102"/>
          </a:xfrm>
          <a:prstGeom prst="roundRect">
            <a:avLst>
              <a:gd name="adj" fmla="val 5316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rcRect l="-33" r="-33"/>
          <a:stretch/>
        </p:blipFill>
        <p:spPr>
          <a:xfrm>
            <a:off x="10107778" y="381305"/>
            <a:ext cx="171907" cy="152705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10393070" y="276149"/>
            <a:ext cx="1086307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Meeting &amp; Calls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rcRect t="-7" b="-7"/>
          <a:stretch/>
        </p:blipFill>
        <p:spPr>
          <a:xfrm>
            <a:off x="5924398" y="1876349"/>
            <a:ext cx="5695798" cy="4058107"/>
          </a:xfrm>
          <a:prstGeom prst="rect">
            <a:avLst/>
          </a:prstGeom>
        </p:spPr>
      </p:pic>
      <p:sp>
        <p:nvSpPr>
          <p:cNvPr id="39" name="Shape 31"/>
          <p:cNvSpPr/>
          <p:nvPr/>
        </p:nvSpPr>
        <p:spPr>
          <a:xfrm>
            <a:off x="5934456" y="1886407"/>
            <a:ext cx="5676595" cy="342900"/>
          </a:xfrm>
          <a:prstGeom prst="roundRect">
            <a:avLst>
              <a:gd name="adj" fmla="val 59259"/>
            </a:avLst>
          </a:prstGeom>
          <a:solidFill>
            <a:srgbClr val="46477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2"/>
          <p:cNvSpPr txBox="1"/>
          <p:nvPr/>
        </p:nvSpPr>
        <p:spPr>
          <a:xfrm>
            <a:off x="6077102" y="1981505"/>
            <a:ext cx="176845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Weekly Sync: Project Alpha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33"/>
          <p:cNvSpPr/>
          <p:nvPr/>
        </p:nvSpPr>
        <p:spPr>
          <a:xfrm>
            <a:off x="5934456" y="5467198"/>
            <a:ext cx="5676595" cy="457200"/>
          </a:xfrm>
          <a:prstGeom prst="roundRect">
            <a:avLst>
              <a:gd name="adj" fmla="val 33333"/>
            </a:avLst>
          </a:prstGeom>
          <a:solidFill>
            <a:srgbClr val="2929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34"/>
          <p:cNvSpPr txBox="1"/>
          <p:nvPr/>
        </p:nvSpPr>
        <p:spPr>
          <a:xfrm>
            <a:off x="6850685" y="5619902"/>
            <a:ext cx="3721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12:34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35"/>
          <p:cNvSpPr/>
          <p:nvPr/>
        </p:nvSpPr>
        <p:spPr>
          <a:xfrm>
            <a:off x="7436815" y="5544007"/>
            <a:ext cx="304495" cy="304495"/>
          </a:xfrm>
          <a:prstGeom prst="ellipse">
            <a:avLst/>
          </a:prstGeom>
          <a:solidFill>
            <a:srgbClr val="3D3D3D"/>
          </a:solidFill>
          <a:ln w="12700">
            <a:solidFill>
              <a:srgbClr val="4F4F4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9"/>
          <a:srcRect l="-837" r="-837"/>
          <a:stretch/>
        </p:blipFill>
        <p:spPr>
          <a:xfrm>
            <a:off x="7513625" y="5629046"/>
            <a:ext cx="152705" cy="133502"/>
          </a:xfrm>
          <a:prstGeom prst="rect">
            <a:avLst/>
          </a:prstGeom>
        </p:spPr>
      </p:pic>
      <p:sp>
        <p:nvSpPr>
          <p:cNvPr id="45" name="Shape 36"/>
          <p:cNvSpPr/>
          <p:nvPr/>
        </p:nvSpPr>
        <p:spPr>
          <a:xfrm>
            <a:off x="7884871" y="5544007"/>
            <a:ext cx="304495" cy="304495"/>
          </a:xfrm>
          <a:prstGeom prst="ellipse">
            <a:avLst/>
          </a:prstGeom>
          <a:solidFill>
            <a:srgbClr val="3D3D3D"/>
          </a:solidFill>
          <a:ln w="12700">
            <a:solidFill>
              <a:srgbClr val="4F4F4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6" name="Image 7" descr="preencoded.png"/>
          <p:cNvPicPr>
            <a:picLocks noChangeAspect="1"/>
          </p:cNvPicPr>
          <p:nvPr/>
        </p:nvPicPr>
        <p:blipFill>
          <a:blip r:embed="rId10"/>
          <a:srcRect l="-2512" r="-2512"/>
          <a:stretch/>
        </p:blipFill>
        <p:spPr>
          <a:xfrm>
            <a:off x="7984541" y="5629046"/>
            <a:ext cx="105156" cy="133502"/>
          </a:xfrm>
          <a:prstGeom prst="rect">
            <a:avLst/>
          </a:prstGeom>
        </p:spPr>
      </p:pic>
      <p:sp>
        <p:nvSpPr>
          <p:cNvPr id="47" name="Shape 37"/>
          <p:cNvSpPr/>
          <p:nvPr/>
        </p:nvSpPr>
        <p:spPr>
          <a:xfrm>
            <a:off x="8332013" y="5544007"/>
            <a:ext cx="304495" cy="304495"/>
          </a:xfrm>
          <a:prstGeom prst="ellipse">
            <a:avLst/>
          </a:prstGeom>
          <a:solidFill>
            <a:srgbClr val="3D3D3D"/>
          </a:solidFill>
          <a:ln w="12700">
            <a:solidFill>
              <a:srgbClr val="4F4F4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8" name="Image 8" descr="preencoded.png"/>
          <p:cNvPicPr>
            <a:picLocks noChangeAspect="1"/>
          </p:cNvPicPr>
          <p:nvPr/>
        </p:nvPicPr>
        <p:blipFill>
          <a:blip r:embed="rId11"/>
          <a:srcRect l="-837" r="-837"/>
          <a:stretch/>
        </p:blipFill>
        <p:spPr>
          <a:xfrm>
            <a:off x="8408822" y="5629046"/>
            <a:ext cx="152705" cy="133502"/>
          </a:xfrm>
          <a:prstGeom prst="rect">
            <a:avLst/>
          </a:prstGeom>
        </p:spPr>
      </p:pic>
      <p:sp>
        <p:nvSpPr>
          <p:cNvPr id="49" name="Shape 38"/>
          <p:cNvSpPr/>
          <p:nvPr/>
        </p:nvSpPr>
        <p:spPr>
          <a:xfrm>
            <a:off x="8780069" y="5544007"/>
            <a:ext cx="304495" cy="304495"/>
          </a:xfrm>
          <a:prstGeom prst="ellipse">
            <a:avLst/>
          </a:prstGeom>
          <a:solidFill>
            <a:srgbClr val="3D3D3D"/>
          </a:solidFill>
          <a:ln w="12700">
            <a:solidFill>
              <a:srgbClr val="4F4F4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0" name="Image 9" descr="preencoded.png"/>
          <p:cNvPicPr>
            <a:picLocks noChangeAspect="1"/>
          </p:cNvPicPr>
          <p:nvPr/>
        </p:nvPicPr>
        <p:blipFill>
          <a:blip r:embed="rId12"/>
          <a:srcRect l="-2838" r="-2838"/>
          <a:stretch/>
        </p:blipFill>
        <p:spPr>
          <a:xfrm>
            <a:off x="8870594" y="5629046"/>
            <a:ext cx="123444" cy="133502"/>
          </a:xfrm>
          <a:prstGeom prst="rect">
            <a:avLst/>
          </a:prstGeom>
        </p:spPr>
      </p:pic>
      <p:sp>
        <p:nvSpPr>
          <p:cNvPr id="51" name="Shape 39"/>
          <p:cNvSpPr/>
          <p:nvPr/>
        </p:nvSpPr>
        <p:spPr>
          <a:xfrm>
            <a:off x="9228125" y="5544007"/>
            <a:ext cx="304495" cy="304495"/>
          </a:xfrm>
          <a:prstGeom prst="ellipse">
            <a:avLst/>
          </a:prstGeom>
          <a:solidFill>
            <a:srgbClr val="3D3D3D"/>
          </a:solidFill>
          <a:ln w="12700">
            <a:solidFill>
              <a:srgbClr val="4F4F4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2" name="Image 10" descr="preencoded.png"/>
          <p:cNvPicPr>
            <a:picLocks noChangeAspect="1"/>
          </p:cNvPicPr>
          <p:nvPr/>
        </p:nvPicPr>
        <p:blipFill>
          <a:blip r:embed="rId13"/>
          <a:srcRect l="-1507" r="-1507"/>
          <a:stretch/>
        </p:blipFill>
        <p:spPr>
          <a:xfrm>
            <a:off x="9294876" y="5629046"/>
            <a:ext cx="171907" cy="133502"/>
          </a:xfrm>
          <a:prstGeom prst="rect">
            <a:avLst/>
          </a:prstGeom>
        </p:spPr>
      </p:pic>
      <p:sp>
        <p:nvSpPr>
          <p:cNvPr id="53" name="Shape 40"/>
          <p:cNvSpPr/>
          <p:nvPr/>
        </p:nvSpPr>
        <p:spPr>
          <a:xfrm>
            <a:off x="9675266" y="5544007"/>
            <a:ext cx="304495" cy="304495"/>
          </a:xfrm>
          <a:prstGeom prst="ellipse">
            <a:avLst/>
          </a:prstGeom>
          <a:solidFill>
            <a:srgbClr val="3D3D3D"/>
          </a:solidFill>
          <a:ln w="12700">
            <a:solidFill>
              <a:srgbClr val="4F4F4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4" name="Image 11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9761220" y="5629046"/>
            <a:ext cx="133502" cy="133502"/>
          </a:xfrm>
          <a:prstGeom prst="rect">
            <a:avLst/>
          </a:prstGeom>
        </p:spPr>
      </p:pic>
      <p:sp>
        <p:nvSpPr>
          <p:cNvPr id="55" name="Shape 41"/>
          <p:cNvSpPr/>
          <p:nvPr/>
        </p:nvSpPr>
        <p:spPr>
          <a:xfrm>
            <a:off x="10123322" y="5544007"/>
            <a:ext cx="571500" cy="304495"/>
          </a:xfrm>
          <a:prstGeom prst="roundRect">
            <a:avLst>
              <a:gd name="adj" fmla="val 150150"/>
            </a:avLst>
          </a:prstGeom>
          <a:solidFill>
            <a:srgbClr val="C4314B"/>
          </a:solidFill>
          <a:ln w="12700">
            <a:solidFill>
              <a:srgbClr val="C4314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Text 42"/>
          <p:cNvSpPr txBox="1"/>
          <p:nvPr/>
        </p:nvSpPr>
        <p:spPr>
          <a:xfrm>
            <a:off x="10289743" y="5619902"/>
            <a:ext cx="3145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Esci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Shape 43"/>
          <p:cNvSpPr/>
          <p:nvPr/>
        </p:nvSpPr>
        <p:spPr>
          <a:xfrm>
            <a:off x="11239805" y="2018995"/>
            <a:ext cx="75895" cy="75895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Shape 44"/>
          <p:cNvSpPr/>
          <p:nvPr/>
        </p:nvSpPr>
        <p:spPr>
          <a:xfrm>
            <a:off x="11391595" y="2018995"/>
            <a:ext cx="75895" cy="75895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Shape 45"/>
          <p:cNvSpPr/>
          <p:nvPr/>
        </p:nvSpPr>
        <p:spPr>
          <a:xfrm>
            <a:off x="5934456" y="2229307"/>
            <a:ext cx="5676595" cy="3238805"/>
          </a:xfrm>
          <a:prstGeom prst="rect">
            <a:avLst/>
          </a:prstGeom>
          <a:solidFill>
            <a:srgbClr val="201F1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Shape 46"/>
          <p:cNvSpPr/>
          <p:nvPr/>
        </p:nvSpPr>
        <p:spPr>
          <a:xfrm>
            <a:off x="6029554" y="2324405"/>
            <a:ext cx="1742846" cy="1476756"/>
          </a:xfrm>
          <a:prstGeom prst="roundRect">
            <a:avLst>
              <a:gd name="adj" fmla="val 2397"/>
            </a:avLst>
          </a:prstGeom>
          <a:solidFill>
            <a:srgbClr val="3B3B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Shape 47"/>
          <p:cNvSpPr/>
          <p:nvPr/>
        </p:nvSpPr>
        <p:spPr>
          <a:xfrm>
            <a:off x="6662318" y="2824582"/>
            <a:ext cx="476402" cy="476402"/>
          </a:xfrm>
          <a:prstGeom prst="ellipse">
            <a:avLst/>
          </a:prstGeom>
          <a:solidFill>
            <a:srgbClr val="A437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Text 48"/>
          <p:cNvSpPr txBox="1"/>
          <p:nvPr/>
        </p:nvSpPr>
        <p:spPr>
          <a:xfrm>
            <a:off x="6633972" y="2824582"/>
            <a:ext cx="534010" cy="4764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LG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Shape 49"/>
          <p:cNvSpPr/>
          <p:nvPr/>
        </p:nvSpPr>
        <p:spPr>
          <a:xfrm>
            <a:off x="6105449" y="3525926"/>
            <a:ext cx="666598" cy="200254"/>
          </a:xfrm>
          <a:prstGeom prst="roundRect">
            <a:avLst>
              <a:gd name="adj" fmla="val 86975"/>
            </a:avLst>
          </a:prstGeom>
          <a:solidFill>
            <a:srgbClr val="000000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Text 50"/>
          <p:cNvSpPr txBox="1"/>
          <p:nvPr/>
        </p:nvSpPr>
        <p:spPr>
          <a:xfrm>
            <a:off x="6162599" y="3525926"/>
            <a:ext cx="743407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Luigi (Org)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5" name="Image 12" descr="preencoded.png"/>
          <p:cNvPicPr>
            <a:picLocks noChangeAspect="1"/>
          </p:cNvPicPr>
          <p:nvPr/>
        </p:nvPicPr>
        <p:blipFill>
          <a:blip r:embed="rId15"/>
          <a:srcRect t="-6502" b="-6502"/>
          <a:stretch/>
        </p:blipFill>
        <p:spPr>
          <a:xfrm>
            <a:off x="7401154" y="2400300"/>
            <a:ext cx="295351" cy="267005"/>
          </a:xfrm>
          <a:prstGeom prst="rect">
            <a:avLst/>
          </a:prstGeom>
        </p:spPr>
      </p:pic>
      <p:sp>
        <p:nvSpPr>
          <p:cNvPr id="66" name="Shape 51"/>
          <p:cNvSpPr/>
          <p:nvPr/>
        </p:nvSpPr>
        <p:spPr>
          <a:xfrm>
            <a:off x="7867498" y="2324405"/>
            <a:ext cx="1742846" cy="1476756"/>
          </a:xfrm>
          <a:prstGeom prst="roundRect">
            <a:avLst>
              <a:gd name="adj" fmla="val 2397"/>
            </a:avLst>
          </a:prstGeom>
          <a:solidFill>
            <a:srgbClr val="3B3B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Shape 52"/>
          <p:cNvSpPr/>
          <p:nvPr/>
        </p:nvSpPr>
        <p:spPr>
          <a:xfrm>
            <a:off x="8501177" y="2824582"/>
            <a:ext cx="476402" cy="476402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Text 53"/>
          <p:cNvSpPr txBox="1"/>
          <p:nvPr/>
        </p:nvSpPr>
        <p:spPr>
          <a:xfrm>
            <a:off x="8472830" y="2824582"/>
            <a:ext cx="534010" cy="4764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MP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Shape 54"/>
          <p:cNvSpPr/>
          <p:nvPr/>
        </p:nvSpPr>
        <p:spPr>
          <a:xfrm>
            <a:off x="7944307" y="3525926"/>
            <a:ext cx="590702" cy="200254"/>
          </a:xfrm>
          <a:prstGeom prst="roundRect">
            <a:avLst>
              <a:gd name="adj" fmla="val 86975"/>
            </a:avLst>
          </a:prstGeom>
          <a:solidFill>
            <a:srgbClr val="000000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Text 55"/>
          <p:cNvSpPr txBox="1"/>
          <p:nvPr/>
        </p:nvSpPr>
        <p:spPr>
          <a:xfrm>
            <a:off x="8003286" y="3525926"/>
            <a:ext cx="667512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Marco P.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Shape 56"/>
          <p:cNvSpPr/>
          <p:nvPr/>
        </p:nvSpPr>
        <p:spPr>
          <a:xfrm>
            <a:off x="8500262" y="3534156"/>
            <a:ext cx="1037844" cy="190195"/>
          </a:xfrm>
          <a:prstGeom prst="roundRect">
            <a:avLst>
              <a:gd name="adj" fmla="val 480770"/>
            </a:avLst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Text 57"/>
          <p:cNvSpPr txBox="1"/>
          <p:nvPr/>
        </p:nvSpPr>
        <p:spPr>
          <a:xfrm>
            <a:off x="8758123" y="3534156"/>
            <a:ext cx="856793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 Mano alzata 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3" name="Image 13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576158" y="3567074"/>
            <a:ext cx="114300" cy="114300"/>
          </a:xfrm>
          <a:prstGeom prst="rect">
            <a:avLst/>
          </a:prstGeom>
        </p:spPr>
      </p:pic>
      <p:sp>
        <p:nvSpPr>
          <p:cNvPr id="74" name="Shape 58"/>
          <p:cNvSpPr/>
          <p:nvPr/>
        </p:nvSpPr>
        <p:spPr>
          <a:xfrm>
            <a:off x="6029554" y="3895344"/>
            <a:ext cx="1742846" cy="1476756"/>
          </a:xfrm>
          <a:prstGeom prst="roundRect">
            <a:avLst>
              <a:gd name="adj" fmla="val 2397"/>
            </a:avLst>
          </a:prstGeom>
          <a:solidFill>
            <a:srgbClr val="3B3B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Shape 59"/>
          <p:cNvSpPr/>
          <p:nvPr/>
        </p:nvSpPr>
        <p:spPr>
          <a:xfrm>
            <a:off x="6662318" y="4395521"/>
            <a:ext cx="476402" cy="476402"/>
          </a:xfrm>
          <a:prstGeom prst="ellipse">
            <a:avLst/>
          </a:prstGeom>
          <a:solidFill>
            <a:srgbClr val="107C1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Text 60"/>
          <p:cNvSpPr txBox="1"/>
          <p:nvPr/>
        </p:nvSpPr>
        <p:spPr>
          <a:xfrm>
            <a:off x="6633972" y="4395521"/>
            <a:ext cx="534010" cy="4764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GC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Shape 61"/>
          <p:cNvSpPr/>
          <p:nvPr/>
        </p:nvSpPr>
        <p:spPr>
          <a:xfrm>
            <a:off x="6105449" y="5097780"/>
            <a:ext cx="562356" cy="200254"/>
          </a:xfrm>
          <a:prstGeom prst="roundRect">
            <a:avLst>
              <a:gd name="adj" fmla="val 86975"/>
            </a:avLst>
          </a:prstGeom>
          <a:solidFill>
            <a:srgbClr val="000000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8" name="Text 62"/>
          <p:cNvSpPr txBox="1"/>
          <p:nvPr/>
        </p:nvSpPr>
        <p:spPr>
          <a:xfrm>
            <a:off x="6177229" y="5097780"/>
            <a:ext cx="638251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Giulia C.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Shape 63"/>
          <p:cNvSpPr/>
          <p:nvPr/>
        </p:nvSpPr>
        <p:spPr>
          <a:xfrm>
            <a:off x="7867498" y="3895344"/>
            <a:ext cx="1742846" cy="1476756"/>
          </a:xfrm>
          <a:prstGeom prst="roundRect">
            <a:avLst>
              <a:gd name="adj" fmla="val 2397"/>
            </a:avLst>
          </a:prstGeom>
          <a:solidFill>
            <a:srgbClr val="3B3B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0" name="Shape 64"/>
          <p:cNvSpPr/>
          <p:nvPr/>
        </p:nvSpPr>
        <p:spPr>
          <a:xfrm>
            <a:off x="8501177" y="4395521"/>
            <a:ext cx="476402" cy="476402"/>
          </a:xfrm>
          <a:prstGeom prst="ellipse">
            <a:avLst/>
          </a:prstGeom>
          <a:solidFill>
            <a:srgbClr val="EA00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" name="Text 65"/>
          <p:cNvSpPr txBox="1"/>
          <p:nvPr/>
        </p:nvSpPr>
        <p:spPr>
          <a:xfrm>
            <a:off x="8472830" y="4395521"/>
            <a:ext cx="534010" cy="4764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Ext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2" name="Shape 66"/>
          <p:cNvSpPr/>
          <p:nvPr/>
        </p:nvSpPr>
        <p:spPr>
          <a:xfrm>
            <a:off x="7944307" y="5097780"/>
            <a:ext cx="886054" cy="200254"/>
          </a:xfrm>
          <a:prstGeom prst="roundRect">
            <a:avLst>
              <a:gd name="adj" fmla="val 86975"/>
            </a:avLst>
          </a:prstGeom>
          <a:solidFill>
            <a:srgbClr val="000000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3" name="Text 67"/>
          <p:cNvSpPr txBox="1"/>
          <p:nvPr/>
        </p:nvSpPr>
        <p:spPr>
          <a:xfrm>
            <a:off x="8011363" y="5097780"/>
            <a:ext cx="962863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Ospite Esterno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" name="Shape 68"/>
          <p:cNvSpPr/>
          <p:nvPr/>
        </p:nvSpPr>
        <p:spPr>
          <a:xfrm>
            <a:off x="9706356" y="2229307"/>
            <a:ext cx="1904695" cy="3238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" name="Shape 69"/>
          <p:cNvSpPr/>
          <p:nvPr/>
        </p:nvSpPr>
        <p:spPr>
          <a:xfrm>
            <a:off x="9706356" y="2229307"/>
            <a:ext cx="9144" cy="3238805"/>
          </a:xfrm>
          <a:prstGeom prst="rect">
            <a:avLst/>
          </a:prstGeom>
          <a:solidFill>
            <a:srgbClr val="E1DFDD"/>
          </a:solidFill>
          <a:ln w="12700">
            <a:solidFill>
              <a:srgbClr val="E1DFDD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6" name="Shape 70"/>
          <p:cNvSpPr/>
          <p:nvPr/>
        </p:nvSpPr>
        <p:spPr>
          <a:xfrm>
            <a:off x="9715500" y="2610612"/>
            <a:ext cx="1895551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" name="Text 71"/>
          <p:cNvSpPr txBox="1"/>
          <p:nvPr/>
        </p:nvSpPr>
        <p:spPr>
          <a:xfrm>
            <a:off x="9829800" y="2229307"/>
            <a:ext cx="943661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Partecipanti (4)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8" name="Image 14" descr="preencoded.png"/>
          <p:cNvPicPr>
            <a:picLocks noChangeAspect="1"/>
          </p:cNvPicPr>
          <p:nvPr/>
        </p:nvPicPr>
        <p:blipFill>
          <a:blip r:embed="rId17"/>
          <a:srcRect l="-133" r="-133"/>
          <a:stretch/>
        </p:blipFill>
        <p:spPr>
          <a:xfrm>
            <a:off x="11410798" y="2361895"/>
            <a:ext cx="85954" cy="114300"/>
          </a:xfrm>
          <a:prstGeom prst="rect">
            <a:avLst/>
          </a:prstGeom>
        </p:spPr>
      </p:pic>
      <p:sp>
        <p:nvSpPr>
          <p:cNvPr id="89" name="Text 72"/>
          <p:cNvSpPr txBox="1"/>
          <p:nvPr/>
        </p:nvSpPr>
        <p:spPr>
          <a:xfrm>
            <a:off x="9791395" y="2695651"/>
            <a:ext cx="18196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Presentatori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0" name="Shape 73"/>
          <p:cNvSpPr/>
          <p:nvPr/>
        </p:nvSpPr>
        <p:spPr>
          <a:xfrm>
            <a:off x="9829800" y="2924251"/>
            <a:ext cx="228600" cy="22860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1" name="Text 74"/>
          <p:cNvSpPr txBox="1"/>
          <p:nvPr/>
        </p:nvSpPr>
        <p:spPr>
          <a:xfrm>
            <a:off x="9801454" y="2924251"/>
            <a:ext cx="286207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LG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" name="Text 75"/>
          <p:cNvSpPr txBox="1"/>
          <p:nvPr/>
        </p:nvSpPr>
        <p:spPr>
          <a:xfrm>
            <a:off x="10134295" y="2962656"/>
            <a:ext cx="14383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Luigi G.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3" name="Shape 76"/>
          <p:cNvSpPr/>
          <p:nvPr/>
        </p:nvSpPr>
        <p:spPr>
          <a:xfrm>
            <a:off x="9829800" y="3267151"/>
            <a:ext cx="228600" cy="2286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4" name="Text 77"/>
          <p:cNvSpPr txBox="1"/>
          <p:nvPr/>
        </p:nvSpPr>
        <p:spPr>
          <a:xfrm>
            <a:off x="9801454" y="3267151"/>
            <a:ext cx="286207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MP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5" name="Text 78"/>
          <p:cNvSpPr txBox="1"/>
          <p:nvPr/>
        </p:nvSpPr>
        <p:spPr>
          <a:xfrm>
            <a:off x="10134295" y="3305556"/>
            <a:ext cx="14383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Marco P.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6" name="Text 79"/>
          <p:cNvSpPr txBox="1"/>
          <p:nvPr/>
        </p:nvSpPr>
        <p:spPr>
          <a:xfrm>
            <a:off x="9791395" y="3610051"/>
            <a:ext cx="18196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Partecipanti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7" name="Shape 80"/>
          <p:cNvSpPr/>
          <p:nvPr/>
        </p:nvSpPr>
        <p:spPr>
          <a:xfrm>
            <a:off x="9829800" y="3838651"/>
            <a:ext cx="228600" cy="2286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" name="Text 81"/>
          <p:cNvSpPr txBox="1"/>
          <p:nvPr/>
        </p:nvSpPr>
        <p:spPr>
          <a:xfrm>
            <a:off x="9801454" y="3838651"/>
            <a:ext cx="286207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GC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" name="Text 82"/>
          <p:cNvSpPr txBox="1"/>
          <p:nvPr/>
        </p:nvSpPr>
        <p:spPr>
          <a:xfrm>
            <a:off x="10134295" y="3877056"/>
            <a:ext cx="14383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Giulia C.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" name="Shape 83"/>
          <p:cNvSpPr/>
          <p:nvPr/>
        </p:nvSpPr>
        <p:spPr>
          <a:xfrm>
            <a:off x="9829800" y="4143146"/>
            <a:ext cx="228600" cy="228600"/>
          </a:xfrm>
          <a:prstGeom prst="ellipse">
            <a:avLst/>
          </a:prstGeom>
          <a:solidFill>
            <a:srgbClr val="DB277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" name="Text 84"/>
          <p:cNvSpPr txBox="1"/>
          <p:nvPr/>
        </p:nvSpPr>
        <p:spPr>
          <a:xfrm>
            <a:off x="9801454" y="4143146"/>
            <a:ext cx="286207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Ex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2" name="Text 85"/>
          <p:cNvSpPr txBox="1"/>
          <p:nvPr/>
        </p:nvSpPr>
        <p:spPr>
          <a:xfrm>
            <a:off x="10134295" y="4181551"/>
            <a:ext cx="14383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Ospite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25782" b="25782"/>
          <a:stretch/>
        </p:blipFill>
        <p:spPr>
          <a:xfrm>
            <a:off x="0" y="952805"/>
            <a:ext cx="12191695" cy="5905195"/>
          </a:xfrm>
          <a:prstGeom prst="rect">
            <a:avLst/>
          </a:prstGeom>
        </p:spPr>
      </p:pic>
      <p:sp>
        <p:nvSpPr>
          <p:cNvPr id="61" name="Shape 28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Shape 29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6264A7"/>
          </a:solidFill>
          <a:ln w="12700">
            <a:solidFill>
              <a:srgbClr val="6264A7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Text 30"/>
          <p:cNvSpPr txBox="1"/>
          <p:nvPr/>
        </p:nvSpPr>
        <p:spPr>
          <a:xfrm>
            <a:off x="571500" y="152705"/>
            <a:ext cx="33915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52" normalizeH="0" baseline="0" noProof="0" dirty="0">
                <a:ln>
                  <a:noFill/>
                </a:ln>
                <a:solidFill>
                  <a:srgbClr val="4F46E5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Integrazione Teams &amp; SharePoint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Text 31"/>
          <p:cNvSpPr txBox="1"/>
          <p:nvPr/>
        </p:nvSpPr>
        <p:spPr>
          <a:xfrm>
            <a:off x="571500" y="381305"/>
            <a:ext cx="423001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File e App in Teams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Shape 32"/>
          <p:cNvSpPr/>
          <p:nvPr/>
        </p:nvSpPr>
        <p:spPr>
          <a:xfrm>
            <a:off x="9638690" y="276149"/>
            <a:ext cx="1990649" cy="362102"/>
          </a:xfrm>
          <a:prstGeom prst="roundRect">
            <a:avLst>
              <a:gd name="adj" fmla="val 5316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6" name="Image 31" descr="preencoded.png"/>
          <p:cNvPicPr>
            <a:picLocks noChangeAspect="1"/>
          </p:cNvPicPr>
          <p:nvPr/>
        </p:nvPicPr>
        <p:blipFill>
          <a:blip r:embed="rId5"/>
          <a:srcRect l="-33" r="-33"/>
          <a:stretch/>
        </p:blipFill>
        <p:spPr>
          <a:xfrm>
            <a:off x="9838944" y="381305"/>
            <a:ext cx="171907" cy="152705"/>
          </a:xfrm>
          <a:prstGeom prst="rect">
            <a:avLst/>
          </a:prstGeom>
        </p:spPr>
      </p:pic>
      <p:sp>
        <p:nvSpPr>
          <p:cNvPr id="67" name="Text 33"/>
          <p:cNvSpPr txBox="1"/>
          <p:nvPr/>
        </p:nvSpPr>
        <p:spPr>
          <a:xfrm>
            <a:off x="10124237" y="276149"/>
            <a:ext cx="1362456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Mappa Connessioni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9" name="Immagine 78">
            <a:extLst>
              <a:ext uri="{FF2B5EF4-FFF2-40B4-BE49-F238E27FC236}">
                <a16:creationId xmlns:a16="http://schemas.microsoft.com/office/drawing/2014/main" id="{7B9D2C37-249B-6725-CC34-D7E45FBD33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25559" y="1502131"/>
            <a:ext cx="7740576" cy="480654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810598" y="4476902"/>
            <a:ext cx="2857500" cy="2857500"/>
          </a:xfrm>
          <a:prstGeom prst="ellipse">
            <a:avLst/>
          </a:prstGeom>
          <a:solidFill>
            <a:srgbClr val="EDEBE9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398" b="-398"/>
          <a:stretch/>
        </p:blipFill>
        <p:spPr>
          <a:xfrm>
            <a:off x="2438705" y="1524305"/>
            <a:ext cx="2194560" cy="3840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rcRect t="-398" b="-398"/>
          <a:stretch/>
        </p:blipFill>
        <p:spPr>
          <a:xfrm>
            <a:off x="5486400" y="1524305"/>
            <a:ext cx="2194560" cy="3840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rcRect t="-398" b="-398"/>
          <a:stretch/>
        </p:blipFill>
        <p:spPr>
          <a:xfrm>
            <a:off x="8534095" y="1524305"/>
            <a:ext cx="2194560" cy="38405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571500" y="3812134"/>
            <a:ext cx="2438705" cy="1762049"/>
          </a:xfrm>
          <a:prstGeom prst="roundRect">
            <a:avLst>
              <a:gd name="adj" fmla="val 336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5"/>
          <p:cNvSpPr txBox="1"/>
          <p:nvPr/>
        </p:nvSpPr>
        <p:spPr>
          <a:xfrm>
            <a:off x="720547" y="4003243"/>
            <a:ext cx="213969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 Team &amp; Canale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6"/>
          <p:cNvSpPr txBox="1"/>
          <p:nvPr/>
        </p:nvSpPr>
        <p:spPr>
          <a:xfrm>
            <a:off x="724205" y="4349801"/>
            <a:ext cx="2134210" cy="1038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 Crea un nuovo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Team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 (scegli se Pubblico o Privato), aggiungi membri e organizza il lavoro creando un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canale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 dedicato al progetto. 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15238" y="2431390"/>
            <a:ext cx="1143000" cy="114300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1986991" y="2469794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8"/>
          <p:cNvSpPr txBox="1"/>
          <p:nvPr/>
        </p:nvSpPr>
        <p:spPr>
          <a:xfrm>
            <a:off x="1948586" y="2469794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rcRect l="-17" r="-17"/>
          <a:stretch/>
        </p:blipFill>
        <p:spPr>
          <a:xfrm>
            <a:off x="1453896" y="2735885"/>
            <a:ext cx="666598" cy="533095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3444545" y="3812134"/>
            <a:ext cx="2438705" cy="1762049"/>
          </a:xfrm>
          <a:prstGeom prst="roundRect">
            <a:avLst>
              <a:gd name="adj" fmla="val 336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0"/>
          <p:cNvSpPr txBox="1"/>
          <p:nvPr/>
        </p:nvSpPr>
        <p:spPr>
          <a:xfrm>
            <a:off x="3530498" y="4003243"/>
            <a:ext cx="226588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File &amp; Collaborazione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1"/>
          <p:cNvSpPr txBox="1"/>
          <p:nvPr/>
        </p:nvSpPr>
        <p:spPr>
          <a:xfrm>
            <a:off x="3596335" y="4349801"/>
            <a:ext cx="2134210" cy="1038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 Carica un documento Word o Excel nella scheda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File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 del canale e prova la modifica simultanea (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co-authoring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) con un collega. 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088282" y="2431390"/>
            <a:ext cx="1143000" cy="114300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4859122" y="2469794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3"/>
          <p:cNvSpPr txBox="1"/>
          <p:nvPr/>
        </p:nvSpPr>
        <p:spPr>
          <a:xfrm>
            <a:off x="4821631" y="2469794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7"/>
          <a:srcRect l="-10" r="-10"/>
          <a:stretch/>
        </p:blipFill>
        <p:spPr>
          <a:xfrm>
            <a:off x="4359859" y="2735885"/>
            <a:ext cx="599846" cy="533095"/>
          </a:xfrm>
          <a:prstGeom prst="rect">
            <a:avLst/>
          </a:prstGeom>
        </p:spPr>
      </p:pic>
      <p:sp>
        <p:nvSpPr>
          <p:cNvPr id="23" name="Shape 14"/>
          <p:cNvSpPr/>
          <p:nvPr/>
        </p:nvSpPr>
        <p:spPr>
          <a:xfrm>
            <a:off x="6316675" y="3812134"/>
            <a:ext cx="2438705" cy="1619402"/>
          </a:xfrm>
          <a:prstGeom prst="roundRect">
            <a:avLst>
              <a:gd name="adj" fmla="val 398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15"/>
          <p:cNvSpPr txBox="1"/>
          <p:nvPr/>
        </p:nvSpPr>
        <p:spPr>
          <a:xfrm>
            <a:off x="6466637" y="4003243"/>
            <a:ext cx="213969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Pianifica Meeting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16"/>
          <p:cNvSpPr txBox="1"/>
          <p:nvPr/>
        </p:nvSpPr>
        <p:spPr>
          <a:xfrm>
            <a:off x="6469380" y="4349801"/>
            <a:ext cx="213421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 Pianifica una nuova riunione dal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calendario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, imposta un titolo chiaro, definisci l'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agenda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 e invia l'invito ai partecipanti. 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960413" y="2431390"/>
            <a:ext cx="1143000" cy="1143000"/>
          </a:xfrm>
          <a:prstGeom prst="rect">
            <a:avLst/>
          </a:prstGeom>
        </p:spPr>
      </p:pic>
      <p:sp>
        <p:nvSpPr>
          <p:cNvPr id="27" name="Shape 17"/>
          <p:cNvSpPr/>
          <p:nvPr/>
        </p:nvSpPr>
        <p:spPr>
          <a:xfrm>
            <a:off x="7732166" y="2469794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18"/>
          <p:cNvSpPr txBox="1"/>
          <p:nvPr/>
        </p:nvSpPr>
        <p:spPr>
          <a:xfrm>
            <a:off x="7693762" y="2469794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9"/>
          <a:srcRect t="-12" b="-12"/>
          <a:stretch/>
        </p:blipFill>
        <p:spPr>
          <a:xfrm>
            <a:off x="7298741" y="2735885"/>
            <a:ext cx="466344" cy="533095"/>
          </a:xfrm>
          <a:prstGeom prst="rect">
            <a:avLst/>
          </a:prstGeom>
        </p:spPr>
      </p:pic>
      <p:sp>
        <p:nvSpPr>
          <p:cNvPr id="30" name="Shape 19"/>
          <p:cNvSpPr/>
          <p:nvPr/>
        </p:nvSpPr>
        <p:spPr>
          <a:xfrm>
            <a:off x="9189720" y="3812134"/>
            <a:ext cx="2438705" cy="1619402"/>
          </a:xfrm>
          <a:prstGeom prst="roundRect">
            <a:avLst>
              <a:gd name="adj" fmla="val 398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0"/>
          <p:cNvSpPr txBox="1"/>
          <p:nvPr/>
        </p:nvSpPr>
        <p:spPr>
          <a:xfrm>
            <a:off x="9276588" y="4003243"/>
            <a:ext cx="226588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32313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Ruoli &amp; Registrazione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21"/>
          <p:cNvSpPr txBox="1"/>
          <p:nvPr/>
        </p:nvSpPr>
        <p:spPr>
          <a:xfrm>
            <a:off x="9341510" y="4349801"/>
            <a:ext cx="213421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 Durante il meeting, modifica le opzioni per assegnare il ruolo di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Relatore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 e avvia la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registrazione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 della sessione. 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9833458" y="2431390"/>
            <a:ext cx="1143000" cy="1143000"/>
          </a:xfrm>
          <a:prstGeom prst="rect">
            <a:avLst/>
          </a:prstGeom>
        </p:spPr>
      </p:pic>
      <p:sp>
        <p:nvSpPr>
          <p:cNvPr id="34" name="Shape 22"/>
          <p:cNvSpPr/>
          <p:nvPr/>
        </p:nvSpPr>
        <p:spPr>
          <a:xfrm>
            <a:off x="10605211" y="2469794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23"/>
          <p:cNvSpPr txBox="1"/>
          <p:nvPr/>
        </p:nvSpPr>
        <p:spPr>
          <a:xfrm>
            <a:off x="10566806" y="2469794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6" name="Image 10" descr="preencoded.png"/>
          <p:cNvPicPr>
            <a:picLocks noChangeAspect="1"/>
          </p:cNvPicPr>
          <p:nvPr/>
        </p:nvPicPr>
        <p:blipFill>
          <a:blip r:embed="rId11"/>
          <a:srcRect l="-10" r="-10"/>
          <a:stretch/>
        </p:blipFill>
        <p:spPr>
          <a:xfrm>
            <a:off x="10105034" y="2735885"/>
            <a:ext cx="599846" cy="533095"/>
          </a:xfrm>
          <a:prstGeom prst="rect">
            <a:avLst/>
          </a:prstGeom>
        </p:spPr>
      </p:pic>
      <p:sp>
        <p:nvSpPr>
          <p:cNvPr id="37" name="Shape 24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25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26"/>
          <p:cNvSpPr txBox="1"/>
          <p:nvPr/>
        </p:nvSpPr>
        <p:spPr>
          <a:xfrm>
            <a:off x="571500" y="152705"/>
            <a:ext cx="42007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52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Esercitazione Pratica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27"/>
          <p:cNvSpPr txBox="1"/>
          <p:nvPr/>
        </p:nvSpPr>
        <p:spPr>
          <a:xfrm>
            <a:off x="571500" y="381305"/>
            <a:ext cx="486826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Team, Canale e Meeting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28"/>
          <p:cNvSpPr/>
          <p:nvPr/>
        </p:nvSpPr>
        <p:spPr>
          <a:xfrm>
            <a:off x="10080346" y="276149"/>
            <a:ext cx="1543507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2" name="Image 11" descr="preencoded.png"/>
          <p:cNvPicPr>
            <a:picLocks noChangeAspect="1"/>
          </p:cNvPicPr>
          <p:nvPr/>
        </p:nvPicPr>
        <p:blipFill>
          <a:blip r:embed="rId12"/>
          <a:srcRect t="-180" b="-180"/>
          <a:stretch/>
        </p:blipFill>
        <p:spPr>
          <a:xfrm>
            <a:off x="10280599" y="381305"/>
            <a:ext cx="190195" cy="152705"/>
          </a:xfrm>
          <a:prstGeom prst="rect">
            <a:avLst/>
          </a:prstGeom>
        </p:spPr>
      </p:pic>
      <p:sp>
        <p:nvSpPr>
          <p:cNvPr id="43" name="Text 29"/>
          <p:cNvSpPr txBox="1"/>
          <p:nvPr/>
        </p:nvSpPr>
        <p:spPr>
          <a:xfrm>
            <a:off x="10585094" y="276149"/>
            <a:ext cx="89611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Step-by-Step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579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579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-952805" y="-952805"/>
            <a:ext cx="3810305" cy="3810305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905902" y="3524098"/>
            <a:ext cx="4762195" cy="4762195"/>
          </a:xfrm>
          <a:prstGeom prst="ellipse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4864" b="-4864"/>
          <a:stretch/>
        </p:blipFill>
        <p:spPr>
          <a:xfrm>
            <a:off x="476402" y="3438144"/>
            <a:ext cx="3353105" cy="2943454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l="-2942" r="-2942"/>
          <a:stretch/>
        </p:blipFill>
        <p:spPr>
          <a:xfrm>
            <a:off x="8715146" y="476402"/>
            <a:ext cx="2523744" cy="272399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53642" y="1796796"/>
            <a:ext cx="9685325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Dove vengono archiviati i file condivisi in un Canale Standard?</a:t>
            </a:r>
            <a:endParaRPr kumimoji="0" lang="en-US" sz="3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5"/>
          <p:cNvSpPr/>
          <p:nvPr/>
        </p:nvSpPr>
        <p:spPr>
          <a:xfrm>
            <a:off x="5129784" y="1179576"/>
            <a:ext cx="1933956" cy="428854"/>
          </a:xfrm>
          <a:prstGeom prst="roundRect">
            <a:avLst>
              <a:gd name="adj" fmla="val 142146"/>
            </a:avLst>
          </a:prstGeom>
          <a:solidFill>
            <a:srgbClr val="FBBF24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5091379" y="1179576"/>
            <a:ext cx="2009851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78350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 Quiz Teams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l="-1403" r="-1403"/>
          <a:stretch/>
        </p:blipFill>
        <p:spPr>
          <a:xfrm>
            <a:off x="5319979" y="1297534"/>
            <a:ext cx="209398" cy="181051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 l="-11" r="-11"/>
          <a:stretch/>
        </p:blipFill>
        <p:spPr>
          <a:xfrm>
            <a:off x="853440" y="3297326"/>
            <a:ext cx="3305556" cy="2383617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56462" y="4434840"/>
            <a:ext cx="3105302" cy="810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In una libreria documenti di SharePoint Online collegata al Team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1"/>
          <p:cNvSpPr/>
          <p:nvPr/>
        </p:nvSpPr>
        <p:spPr>
          <a:xfrm>
            <a:off x="4444898" y="3297326"/>
            <a:ext cx="3305556" cy="2381098"/>
          </a:xfrm>
          <a:prstGeom prst="roundRect">
            <a:avLst>
              <a:gd name="adj" fmla="val 2458"/>
            </a:avLst>
          </a:prstGeom>
          <a:solidFill>
            <a:srgbClr val="FFFFFF">
              <a:alpha val="10000"/>
            </a:srgbClr>
          </a:solidFill>
          <a:ln w="254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2"/>
          <p:cNvSpPr/>
          <p:nvPr/>
        </p:nvSpPr>
        <p:spPr>
          <a:xfrm>
            <a:off x="5857646" y="3898087"/>
            <a:ext cx="476402" cy="47640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3"/>
          <p:cNvSpPr txBox="1"/>
          <p:nvPr/>
        </p:nvSpPr>
        <p:spPr>
          <a:xfrm>
            <a:off x="5829300" y="3898087"/>
            <a:ext cx="534010" cy="4764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B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4"/>
          <p:cNvSpPr txBox="1"/>
          <p:nvPr/>
        </p:nvSpPr>
        <p:spPr>
          <a:xfrm>
            <a:off x="4616806" y="4565599"/>
            <a:ext cx="2962656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Nella cartella OneDrive for Business di chi ha caricato il file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5"/>
          <p:cNvSpPr/>
          <p:nvPr/>
        </p:nvSpPr>
        <p:spPr>
          <a:xfrm>
            <a:off x="8033004" y="3297326"/>
            <a:ext cx="3305556" cy="2381098"/>
          </a:xfrm>
          <a:prstGeom prst="roundRect">
            <a:avLst>
              <a:gd name="adj" fmla="val 2458"/>
            </a:avLst>
          </a:prstGeom>
          <a:solidFill>
            <a:srgbClr val="FFFFFF">
              <a:alpha val="10000"/>
            </a:srgbClr>
          </a:solidFill>
          <a:ln w="254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16"/>
          <p:cNvSpPr/>
          <p:nvPr/>
        </p:nvSpPr>
        <p:spPr>
          <a:xfrm>
            <a:off x="9445752" y="3898087"/>
            <a:ext cx="476402" cy="47640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17"/>
          <p:cNvSpPr txBox="1"/>
          <p:nvPr/>
        </p:nvSpPr>
        <p:spPr>
          <a:xfrm>
            <a:off x="9417406" y="3898087"/>
            <a:ext cx="534010" cy="4764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C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18"/>
          <p:cNvSpPr txBox="1"/>
          <p:nvPr/>
        </p:nvSpPr>
        <p:spPr>
          <a:xfrm>
            <a:off x="8203997" y="4565599"/>
            <a:ext cx="2962656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itchFamily="34" charset="0"/>
                <a:ea typeface="Open Sans" pitchFamily="34" charset="-122"/>
                <a:cs typeface="Open Sans" pitchFamily="34" charset="-120"/>
              </a:rPr>
              <a:t>Direttamente dentro i server di Microsoft Teams come allegati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12">
            <a:extLst>
              <a:ext uri="{FF2B5EF4-FFF2-40B4-BE49-F238E27FC236}">
                <a16:creationId xmlns:a16="http://schemas.microsoft.com/office/drawing/2014/main" id="{B8804096-A3BA-7A5E-66BB-7CBCFC094EA2}"/>
              </a:ext>
            </a:extLst>
          </p:cNvPr>
          <p:cNvSpPr/>
          <p:nvPr/>
        </p:nvSpPr>
        <p:spPr>
          <a:xfrm>
            <a:off x="2298192" y="3884371"/>
            <a:ext cx="476402" cy="47640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31D35C21-2FD5-3441-E433-45730F113C95}"/>
              </a:ext>
            </a:extLst>
          </p:cNvPr>
          <p:cNvSpPr txBox="1"/>
          <p:nvPr/>
        </p:nvSpPr>
        <p:spPr>
          <a:xfrm>
            <a:off x="2269846" y="3884371"/>
            <a:ext cx="534010" cy="4764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A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11">
            <a:extLst>
              <a:ext uri="{FF2B5EF4-FFF2-40B4-BE49-F238E27FC236}">
                <a16:creationId xmlns:a16="http://schemas.microsoft.com/office/drawing/2014/main" id="{B9BFC964-E4A1-F288-2A32-94D9343D9064}"/>
              </a:ext>
            </a:extLst>
          </p:cNvPr>
          <p:cNvSpPr/>
          <p:nvPr/>
        </p:nvSpPr>
        <p:spPr>
          <a:xfrm>
            <a:off x="853440" y="3297326"/>
            <a:ext cx="3305556" cy="2381098"/>
          </a:xfrm>
          <a:prstGeom prst="roundRect">
            <a:avLst>
              <a:gd name="adj" fmla="val 2458"/>
            </a:avLst>
          </a:prstGeom>
          <a:solidFill>
            <a:srgbClr val="FFFFFF">
              <a:alpha val="10000"/>
            </a:srgbClr>
          </a:solidFill>
          <a:ln w="254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9810598" y="4476902"/>
            <a:ext cx="2857500" cy="2857500"/>
          </a:xfrm>
          <a:prstGeom prst="ellipse">
            <a:avLst/>
          </a:prstGeom>
          <a:solidFill>
            <a:srgbClr val="E6F2FF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398" b="-398"/>
          <a:stretch/>
        </p:blipFill>
        <p:spPr>
          <a:xfrm>
            <a:off x="2438705" y="1524305"/>
            <a:ext cx="2194560" cy="3840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rcRect t="-398" b="-398"/>
          <a:stretch/>
        </p:blipFill>
        <p:spPr>
          <a:xfrm>
            <a:off x="5486400" y="1524305"/>
            <a:ext cx="2194560" cy="3840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rcRect t="-398" b="-398"/>
          <a:stretch/>
        </p:blipFill>
        <p:spPr>
          <a:xfrm>
            <a:off x="8534095" y="1524305"/>
            <a:ext cx="2194560" cy="38405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571500" y="3772814"/>
            <a:ext cx="2438705" cy="1619402"/>
          </a:xfrm>
          <a:prstGeom prst="roundRect">
            <a:avLst>
              <a:gd name="adj" fmla="val 398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Text 5"/>
          <p:cNvSpPr txBox="1"/>
          <p:nvPr/>
        </p:nvSpPr>
        <p:spPr>
          <a:xfrm>
            <a:off x="720547" y="3963010"/>
            <a:ext cx="213969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Trova File</a:t>
            </a:r>
            <a:endParaRPr lang="en-US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724205" y="4333342"/>
            <a:ext cx="2134210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Accedi a </a:t>
            </a:r>
            <a:r>
              <a:rPr lang="en-US" sz="1100" b="1" dirty="0">
                <a:solidFill>
                  <a:srgbClr val="7C3AE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Teams</a:t>
            </a: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vai nel canale "Generale" e individua il documento di benvenuto nella scheda "File". 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15238" y="2392070"/>
            <a:ext cx="1143000" cy="114300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1986991" y="2429561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Text 8"/>
          <p:cNvSpPr txBox="1"/>
          <p:nvPr/>
        </p:nvSpPr>
        <p:spPr>
          <a:xfrm>
            <a:off x="1948586" y="2429561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519733" y="2696566"/>
            <a:ext cx="533095" cy="533095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3444545" y="3772814"/>
            <a:ext cx="2438705" cy="1619402"/>
          </a:xfrm>
          <a:prstGeom prst="roundRect">
            <a:avLst>
              <a:gd name="adj" fmla="val 398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Text 10"/>
          <p:cNvSpPr txBox="1"/>
          <p:nvPr/>
        </p:nvSpPr>
        <p:spPr>
          <a:xfrm>
            <a:off x="3593592" y="3963010"/>
            <a:ext cx="213969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Apri Online</a:t>
            </a:r>
            <a:endParaRPr lang="en-US" sz="1400" dirty="0"/>
          </a:p>
        </p:txBody>
      </p:sp>
      <p:sp>
        <p:nvSpPr>
          <p:cNvPr id="18" name="Text 11"/>
          <p:cNvSpPr txBox="1"/>
          <p:nvPr/>
        </p:nvSpPr>
        <p:spPr>
          <a:xfrm>
            <a:off x="3596335" y="4333342"/>
            <a:ext cx="2134210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Clicca sul file per aprirlo direttamente in </a:t>
            </a:r>
            <a:r>
              <a:rPr lang="en-US" sz="11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Office Online</a:t>
            </a: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(Word/Excel) all'interno del browser o di Teams. </a:t>
            </a:r>
            <a:endParaRPr lang="en-US" sz="11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088282" y="2392070"/>
            <a:ext cx="1143000" cy="114300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4859122" y="2429561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Text 13"/>
          <p:cNvSpPr txBox="1"/>
          <p:nvPr/>
        </p:nvSpPr>
        <p:spPr>
          <a:xfrm>
            <a:off x="4821631" y="2429561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392778" y="2696566"/>
            <a:ext cx="533095" cy="533095"/>
          </a:xfrm>
          <a:prstGeom prst="rect">
            <a:avLst/>
          </a:prstGeom>
        </p:spPr>
      </p:pic>
      <p:sp>
        <p:nvSpPr>
          <p:cNvPr id="23" name="Shape 14"/>
          <p:cNvSpPr/>
          <p:nvPr/>
        </p:nvSpPr>
        <p:spPr>
          <a:xfrm>
            <a:off x="6316675" y="3772814"/>
            <a:ext cx="2438705" cy="1619402"/>
          </a:xfrm>
          <a:prstGeom prst="roundRect">
            <a:avLst>
              <a:gd name="adj" fmla="val 398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4" name="Text 15"/>
          <p:cNvSpPr txBox="1"/>
          <p:nvPr/>
        </p:nvSpPr>
        <p:spPr>
          <a:xfrm>
            <a:off x="6466637" y="3963010"/>
            <a:ext cx="213969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Co-authoring</a:t>
            </a:r>
            <a:endParaRPr lang="en-US" sz="1400" dirty="0"/>
          </a:p>
        </p:txBody>
      </p:sp>
      <p:sp>
        <p:nvSpPr>
          <p:cNvPr id="25" name="Text 16"/>
          <p:cNvSpPr txBox="1"/>
          <p:nvPr/>
        </p:nvSpPr>
        <p:spPr>
          <a:xfrm>
            <a:off x="6469380" y="4333342"/>
            <a:ext cx="2134210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Aggiungi il tuo nome e un commento. Nota come le modifiche dei colleghi appaiono in </a:t>
            </a:r>
            <a:r>
              <a:rPr lang="en-US" sz="1100" b="1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tempo reale</a:t>
            </a: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</a:t>
            </a:r>
            <a:endParaRPr lang="en-US" sz="110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960413" y="2392070"/>
            <a:ext cx="1143000" cy="1143000"/>
          </a:xfrm>
          <a:prstGeom prst="rect">
            <a:avLst/>
          </a:prstGeom>
        </p:spPr>
      </p:pic>
      <p:sp>
        <p:nvSpPr>
          <p:cNvPr id="27" name="Shape 17"/>
          <p:cNvSpPr/>
          <p:nvPr/>
        </p:nvSpPr>
        <p:spPr>
          <a:xfrm>
            <a:off x="7732166" y="2429561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8" name="Text 18"/>
          <p:cNvSpPr txBox="1"/>
          <p:nvPr/>
        </p:nvSpPr>
        <p:spPr>
          <a:xfrm>
            <a:off x="7693762" y="2429561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00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9"/>
          <a:srcRect l="-17" r="-17"/>
          <a:stretch/>
        </p:blipFill>
        <p:spPr>
          <a:xfrm>
            <a:off x="7199071" y="2696566"/>
            <a:ext cx="666598" cy="533095"/>
          </a:xfrm>
          <a:prstGeom prst="rect">
            <a:avLst/>
          </a:prstGeom>
        </p:spPr>
      </p:pic>
      <p:sp>
        <p:nvSpPr>
          <p:cNvPr id="30" name="Shape 19"/>
          <p:cNvSpPr/>
          <p:nvPr/>
        </p:nvSpPr>
        <p:spPr>
          <a:xfrm>
            <a:off x="9189720" y="3772814"/>
            <a:ext cx="2438705" cy="1837944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1" name="Text 20"/>
          <p:cNvSpPr txBox="1"/>
          <p:nvPr/>
        </p:nvSpPr>
        <p:spPr>
          <a:xfrm>
            <a:off x="9338767" y="3963010"/>
            <a:ext cx="213969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Auto-Save</a:t>
            </a:r>
            <a:endParaRPr lang="en-US" sz="1400" dirty="0"/>
          </a:p>
        </p:txBody>
      </p:sp>
      <p:sp>
        <p:nvSpPr>
          <p:cNvPr id="32" name="Text 21"/>
          <p:cNvSpPr txBox="1"/>
          <p:nvPr/>
        </p:nvSpPr>
        <p:spPr>
          <a:xfrm>
            <a:off x="9341510" y="4333342"/>
            <a:ext cx="2134210" cy="1086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Chiudi semplicemente la scheda. Il file viene </a:t>
            </a:r>
            <a:r>
              <a:rPr lang="en-US" sz="1100" b="1" dirty="0">
                <a:solidFill>
                  <a:srgbClr val="0478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salvato automaticamente</a:t>
            </a: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nel cloud senza bisogno di cliccare "Salva". </a:t>
            </a:r>
            <a:endParaRPr lang="en-US" sz="1100" dirty="0"/>
          </a:p>
        </p:txBody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9833458" y="2392070"/>
            <a:ext cx="1143000" cy="1143000"/>
          </a:xfrm>
          <a:prstGeom prst="rect">
            <a:avLst/>
          </a:prstGeom>
        </p:spPr>
      </p:pic>
      <p:sp>
        <p:nvSpPr>
          <p:cNvPr id="34" name="Shape 22"/>
          <p:cNvSpPr/>
          <p:nvPr/>
        </p:nvSpPr>
        <p:spPr>
          <a:xfrm>
            <a:off x="10605211" y="2429561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5" name="Text 23"/>
          <p:cNvSpPr txBox="1"/>
          <p:nvPr/>
        </p:nvSpPr>
        <p:spPr>
          <a:xfrm>
            <a:off x="10566806" y="2429561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300" dirty="0"/>
          </a:p>
        </p:txBody>
      </p:sp>
      <p:pic>
        <p:nvPicPr>
          <p:cNvPr id="36" name="Image 10" descr="preencoded.png"/>
          <p:cNvPicPr>
            <a:picLocks noChangeAspect="1"/>
          </p:cNvPicPr>
          <p:nvPr/>
        </p:nvPicPr>
        <p:blipFill>
          <a:blip r:embed="rId11"/>
          <a:srcRect l="-17" r="-17"/>
          <a:stretch/>
        </p:blipFill>
        <p:spPr>
          <a:xfrm>
            <a:off x="10071202" y="2696566"/>
            <a:ext cx="666598" cy="533095"/>
          </a:xfrm>
          <a:prstGeom prst="rect">
            <a:avLst/>
          </a:prstGeom>
        </p:spPr>
      </p:pic>
      <p:sp>
        <p:nvSpPr>
          <p:cNvPr id="37" name="Shape 24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8" name="Shape 25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Text 26"/>
          <p:cNvSpPr txBox="1"/>
          <p:nvPr/>
        </p:nvSpPr>
        <p:spPr>
          <a:xfrm>
            <a:off x="571500" y="152705"/>
            <a:ext cx="37152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Esercitazione 5</a:t>
            </a:r>
            <a:endParaRPr lang="en-US" sz="1000" dirty="0"/>
          </a:p>
        </p:txBody>
      </p:sp>
      <p:sp>
        <p:nvSpPr>
          <p:cNvPr id="40" name="Text 27"/>
          <p:cNvSpPr txBox="1"/>
          <p:nvPr/>
        </p:nvSpPr>
        <p:spPr>
          <a:xfrm>
            <a:off x="571500" y="381305"/>
            <a:ext cx="423001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Scenario Onboarding</a:t>
            </a:r>
            <a:endParaRPr lang="en-US" sz="2700" dirty="0"/>
          </a:p>
        </p:txBody>
      </p:sp>
      <p:sp>
        <p:nvSpPr>
          <p:cNvPr id="41" name="Shape 28"/>
          <p:cNvSpPr/>
          <p:nvPr/>
        </p:nvSpPr>
        <p:spPr>
          <a:xfrm>
            <a:off x="10129723" y="276149"/>
            <a:ext cx="1495044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2" name="Image 11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0329977" y="381305"/>
            <a:ext cx="152705" cy="152705"/>
          </a:xfrm>
          <a:prstGeom prst="rect">
            <a:avLst/>
          </a:prstGeom>
        </p:spPr>
      </p:pic>
      <p:sp>
        <p:nvSpPr>
          <p:cNvPr id="43" name="Text 29"/>
          <p:cNvSpPr txBox="1"/>
          <p:nvPr/>
        </p:nvSpPr>
        <p:spPr>
          <a:xfrm>
            <a:off x="10596982" y="276149"/>
            <a:ext cx="88605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Caso Pratico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857707"/>
            <a:ext cx="12191695" cy="6001207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5000"/>
          </a:blip>
          <a:srcRect t="-5" b="-5"/>
          <a:stretch/>
        </p:blipFill>
        <p:spPr>
          <a:xfrm>
            <a:off x="0" y="857707"/>
            <a:ext cx="12191695" cy="600120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0"/>
            <a:ext cx="12191695" cy="8577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Shape 4"/>
          <p:cNvSpPr/>
          <p:nvPr/>
        </p:nvSpPr>
        <p:spPr>
          <a:xfrm>
            <a:off x="0" y="819302"/>
            <a:ext cx="12191695" cy="38405"/>
          </a:xfrm>
          <a:prstGeom prst="rect">
            <a:avLst/>
          </a:prstGeom>
          <a:solidFill>
            <a:srgbClr val="742774"/>
          </a:solidFill>
          <a:ln w="12700">
            <a:solidFill>
              <a:srgbClr val="74277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 txBox="1"/>
          <p:nvPr/>
        </p:nvSpPr>
        <p:spPr>
          <a:xfrm>
            <a:off x="571500" y="105156"/>
            <a:ext cx="42391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D28D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Caso Studio Pratico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71500" y="333756"/>
            <a:ext cx="508040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Scenario: Gruppo Studio</a:t>
            </a:r>
            <a:endParaRPr lang="en-US" sz="2700" dirty="0"/>
          </a:p>
        </p:txBody>
      </p:sp>
      <p:sp>
        <p:nvSpPr>
          <p:cNvPr id="10" name="Shape 7"/>
          <p:cNvSpPr/>
          <p:nvPr/>
        </p:nvSpPr>
        <p:spPr>
          <a:xfrm>
            <a:off x="9391802" y="228600"/>
            <a:ext cx="2229307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t="-180" b="-180"/>
          <a:stretch/>
        </p:blipFill>
        <p:spPr>
          <a:xfrm>
            <a:off x="9592056" y="333756"/>
            <a:ext cx="190195" cy="15270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9896551" y="228600"/>
            <a:ext cx="158557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Università &amp; Education</a:t>
            </a:r>
            <a:endParaRPr lang="en-US" sz="1000" dirty="0"/>
          </a:p>
        </p:txBody>
      </p:sp>
      <p:pic>
        <p:nvPicPr>
          <p:cNvPr id="84" name="Immagine 83">
            <a:extLst>
              <a:ext uri="{FF2B5EF4-FFF2-40B4-BE49-F238E27FC236}">
                <a16:creationId xmlns:a16="http://schemas.microsoft.com/office/drawing/2014/main" id="{7895BAE3-3412-4A93-C4D5-657D7717C1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113738"/>
            <a:ext cx="11049609" cy="542522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647395"/>
            <a:ext cx="12191695" cy="6305702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5000"/>
          </a:blip>
          <a:srcRect t="-3" b="-3"/>
          <a:stretch/>
        </p:blipFill>
        <p:spPr>
          <a:xfrm>
            <a:off x="0" y="647395"/>
            <a:ext cx="12191695" cy="629655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0"/>
            <a:ext cx="12191695" cy="6473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Shape 4"/>
          <p:cNvSpPr/>
          <p:nvPr/>
        </p:nvSpPr>
        <p:spPr>
          <a:xfrm>
            <a:off x="0" y="60899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 txBox="1"/>
          <p:nvPr/>
        </p:nvSpPr>
        <p:spPr>
          <a:xfrm>
            <a:off x="571500" y="0"/>
            <a:ext cx="45912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Caso Aziendale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71500" y="228600"/>
            <a:ext cx="529346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Scenario: Team Marketing</a:t>
            </a:r>
            <a:endParaRPr lang="en-US" sz="2700" dirty="0"/>
          </a:p>
        </p:txBody>
      </p:sp>
      <p:sp>
        <p:nvSpPr>
          <p:cNvPr id="10" name="Shape 7"/>
          <p:cNvSpPr/>
          <p:nvPr/>
        </p:nvSpPr>
        <p:spPr>
          <a:xfrm>
            <a:off x="9076334" y="123444"/>
            <a:ext cx="2553005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276588" y="228600"/>
            <a:ext cx="152705" cy="15270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9542678" y="123444"/>
            <a:ext cx="196138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Marketing &amp; Comunicazione</a:t>
            </a:r>
            <a:endParaRPr lang="en-US" sz="1000" dirty="0"/>
          </a:p>
        </p:txBody>
      </p:sp>
      <p:pic>
        <p:nvPicPr>
          <p:cNvPr id="99" name="Immagine 98">
            <a:extLst>
              <a:ext uri="{FF2B5EF4-FFF2-40B4-BE49-F238E27FC236}">
                <a16:creationId xmlns:a16="http://schemas.microsoft.com/office/drawing/2014/main" id="{551D57AF-FF06-5AB4-A27B-AEE90E060D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965" y="990295"/>
            <a:ext cx="11236070" cy="573963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809244"/>
            <a:ext cx="12191695" cy="6048756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7162495" y="3228746"/>
            <a:ext cx="3810305" cy="3810305"/>
          </a:xfrm>
          <a:prstGeom prst="ellipse">
            <a:avLst/>
          </a:prstGeom>
          <a:noFill/>
          <a:ln w="254000">
            <a:solidFill>
              <a:srgbClr val="0078D4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91695" cy="8092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0" y="770839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 txBox="1"/>
          <p:nvPr/>
        </p:nvSpPr>
        <p:spPr>
          <a:xfrm>
            <a:off x="476402" y="99670"/>
            <a:ext cx="50200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Riepilogo Modulo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76402" y="328270"/>
            <a:ext cx="55915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Quiz Finale: Microsoft 365 Mastery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0237622" y="204826"/>
            <a:ext cx="1485900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 t="-43" b="-43"/>
          <a:stretch/>
        </p:blipFill>
        <p:spPr>
          <a:xfrm>
            <a:off x="10436962" y="309982"/>
            <a:ext cx="133502" cy="15270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0684764" y="204826"/>
            <a:ext cx="89611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 Domande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76402" y="1000354"/>
            <a:ext cx="5524805" cy="838505"/>
          </a:xfrm>
          <a:prstGeom prst="roundRect">
            <a:avLst>
              <a:gd name="adj" fmla="val 743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Shape 11"/>
          <p:cNvSpPr/>
          <p:nvPr/>
        </p:nvSpPr>
        <p:spPr>
          <a:xfrm>
            <a:off x="476402" y="1000354"/>
            <a:ext cx="38405" cy="838505"/>
          </a:xfrm>
          <a:prstGeom prst="roundRect">
            <a:avLst>
              <a:gd name="adj" fmla="val 162337"/>
            </a:avLst>
          </a:prstGeom>
          <a:solidFill>
            <a:srgbClr val="E1DFDD"/>
          </a:solidFill>
          <a:ln w="12700">
            <a:solidFill>
              <a:srgbClr val="E1DFD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Shape 12"/>
          <p:cNvSpPr/>
          <p:nvPr/>
        </p:nvSpPr>
        <p:spPr>
          <a:xfrm>
            <a:off x="629107" y="1300277"/>
            <a:ext cx="228600" cy="228600"/>
          </a:xfrm>
          <a:prstGeom prst="ellipse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3"/>
          <p:cNvSpPr txBox="1"/>
          <p:nvPr/>
        </p:nvSpPr>
        <p:spPr>
          <a:xfrm>
            <a:off x="590702" y="1300277"/>
            <a:ext cx="30541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972007" y="1249070"/>
            <a:ext cx="590702" cy="161849"/>
          </a:xfrm>
          <a:prstGeom prst="roundRect">
            <a:avLst>
              <a:gd name="adj" fmla="val 99701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5"/>
          <p:cNvSpPr txBox="1"/>
          <p:nvPr/>
        </p:nvSpPr>
        <p:spPr>
          <a:xfrm>
            <a:off x="972007" y="1249070"/>
            <a:ext cx="667512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78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OneDrive</a:t>
            </a:r>
            <a:endParaRPr lang="en-US" sz="800" dirty="0"/>
          </a:p>
        </p:txBody>
      </p:sp>
      <p:sp>
        <p:nvSpPr>
          <p:cNvPr id="19" name="Text 16"/>
          <p:cNvSpPr txBox="1"/>
          <p:nvPr/>
        </p:nvSpPr>
        <p:spPr>
          <a:xfrm>
            <a:off x="972007" y="1424635"/>
            <a:ext cx="42108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Dove dovresti salvare un documento bozza personale?</a:t>
            </a:r>
            <a:endParaRPr lang="en-US" sz="10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rcRect l="-1507" r="-1507"/>
          <a:stretch/>
        </p:blipFill>
        <p:spPr>
          <a:xfrm>
            <a:off x="5715000" y="1347826"/>
            <a:ext cx="171907" cy="133502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476402" y="1905610"/>
            <a:ext cx="5524805" cy="838505"/>
          </a:xfrm>
          <a:prstGeom prst="roundRect">
            <a:avLst>
              <a:gd name="adj" fmla="val 743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Shape 18"/>
          <p:cNvSpPr/>
          <p:nvPr/>
        </p:nvSpPr>
        <p:spPr>
          <a:xfrm>
            <a:off x="476402" y="1905610"/>
            <a:ext cx="38405" cy="838505"/>
          </a:xfrm>
          <a:prstGeom prst="roundRect">
            <a:avLst>
              <a:gd name="adj" fmla="val 162337"/>
            </a:avLst>
          </a:prstGeom>
          <a:solidFill>
            <a:srgbClr val="E1DFDD"/>
          </a:solidFill>
          <a:ln w="12700">
            <a:solidFill>
              <a:srgbClr val="E1DFD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Shape 19"/>
          <p:cNvSpPr/>
          <p:nvPr/>
        </p:nvSpPr>
        <p:spPr>
          <a:xfrm>
            <a:off x="629107" y="2206447"/>
            <a:ext cx="228600" cy="228600"/>
          </a:xfrm>
          <a:prstGeom prst="ellipse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0"/>
          <p:cNvSpPr txBox="1"/>
          <p:nvPr/>
        </p:nvSpPr>
        <p:spPr>
          <a:xfrm>
            <a:off x="590702" y="2206447"/>
            <a:ext cx="30541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972007" y="2155241"/>
            <a:ext cx="418795" cy="161849"/>
          </a:xfrm>
          <a:prstGeom prst="roundRect">
            <a:avLst>
              <a:gd name="adj" fmla="val 99701"/>
            </a:avLst>
          </a:prstGeom>
          <a:solidFill>
            <a:srgbClr val="EEEE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2"/>
          <p:cNvSpPr txBox="1"/>
          <p:nvPr/>
        </p:nvSpPr>
        <p:spPr>
          <a:xfrm>
            <a:off x="972007" y="2155241"/>
            <a:ext cx="495605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5059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Teams</a:t>
            </a:r>
            <a:endParaRPr lang="en-US" sz="800" dirty="0"/>
          </a:p>
        </p:txBody>
      </p:sp>
      <p:sp>
        <p:nvSpPr>
          <p:cNvPr id="27" name="Text 23"/>
          <p:cNvSpPr txBox="1"/>
          <p:nvPr/>
        </p:nvSpPr>
        <p:spPr>
          <a:xfrm>
            <a:off x="972007" y="2330806"/>
            <a:ext cx="369691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Dove vengono salvati i file di una Chat Privata?</a:t>
            </a:r>
            <a:endParaRPr lang="en-US" sz="1000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rcRect l="-1507" r="-1507"/>
          <a:stretch/>
        </p:blipFill>
        <p:spPr>
          <a:xfrm>
            <a:off x="5715000" y="2253996"/>
            <a:ext cx="171907" cy="133502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476402" y="2811780"/>
            <a:ext cx="5524805" cy="838505"/>
          </a:xfrm>
          <a:prstGeom prst="roundRect">
            <a:avLst>
              <a:gd name="adj" fmla="val 743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0" name="Shape 25"/>
          <p:cNvSpPr/>
          <p:nvPr/>
        </p:nvSpPr>
        <p:spPr>
          <a:xfrm>
            <a:off x="476402" y="2811780"/>
            <a:ext cx="38405" cy="838505"/>
          </a:xfrm>
          <a:prstGeom prst="roundRect">
            <a:avLst>
              <a:gd name="adj" fmla="val 162337"/>
            </a:avLst>
          </a:prstGeom>
          <a:solidFill>
            <a:srgbClr val="E1DFDD"/>
          </a:solidFill>
          <a:ln w="12700">
            <a:solidFill>
              <a:srgbClr val="E1DFD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Shape 26"/>
          <p:cNvSpPr/>
          <p:nvPr/>
        </p:nvSpPr>
        <p:spPr>
          <a:xfrm>
            <a:off x="629107" y="3111703"/>
            <a:ext cx="228600" cy="228600"/>
          </a:xfrm>
          <a:prstGeom prst="ellipse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27"/>
          <p:cNvSpPr txBox="1"/>
          <p:nvPr/>
        </p:nvSpPr>
        <p:spPr>
          <a:xfrm>
            <a:off x="590702" y="3111703"/>
            <a:ext cx="30541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972007" y="3060497"/>
            <a:ext cx="609905" cy="161849"/>
          </a:xfrm>
          <a:prstGeom prst="roundRect">
            <a:avLst>
              <a:gd name="adj" fmla="val 99701"/>
            </a:avLst>
          </a:prstGeom>
          <a:solidFill>
            <a:srgbClr val="E0E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29"/>
          <p:cNvSpPr txBox="1"/>
          <p:nvPr/>
        </p:nvSpPr>
        <p:spPr>
          <a:xfrm>
            <a:off x="972007" y="3060497"/>
            <a:ext cx="685800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5A9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Exchange</a:t>
            </a:r>
            <a:endParaRPr lang="en-US" sz="800" dirty="0"/>
          </a:p>
        </p:txBody>
      </p:sp>
      <p:sp>
        <p:nvSpPr>
          <p:cNvPr id="35" name="Text 30"/>
          <p:cNvSpPr txBox="1"/>
          <p:nvPr/>
        </p:nvSpPr>
        <p:spPr>
          <a:xfrm>
            <a:off x="972007" y="3236062"/>
            <a:ext cx="39154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Qual è la differenza chiave tra Gruppo M365 e DL?</a:t>
            </a:r>
            <a:endParaRPr lang="en-US" sz="1000" dirty="0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rcRect l="-1507" r="-1507"/>
          <a:stretch/>
        </p:blipFill>
        <p:spPr>
          <a:xfrm>
            <a:off x="5715000" y="3159252"/>
            <a:ext cx="171907" cy="133502"/>
          </a:xfrm>
          <a:prstGeom prst="rect">
            <a:avLst/>
          </a:prstGeom>
        </p:spPr>
      </p:pic>
      <p:sp>
        <p:nvSpPr>
          <p:cNvPr id="37" name="Shape 31"/>
          <p:cNvSpPr/>
          <p:nvPr/>
        </p:nvSpPr>
        <p:spPr>
          <a:xfrm>
            <a:off x="476402" y="3717036"/>
            <a:ext cx="5524805" cy="838505"/>
          </a:xfrm>
          <a:prstGeom prst="roundRect">
            <a:avLst>
              <a:gd name="adj" fmla="val 743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8" name="Shape 32"/>
          <p:cNvSpPr/>
          <p:nvPr/>
        </p:nvSpPr>
        <p:spPr>
          <a:xfrm>
            <a:off x="476402" y="3717036"/>
            <a:ext cx="38405" cy="838505"/>
          </a:xfrm>
          <a:prstGeom prst="roundRect">
            <a:avLst>
              <a:gd name="adj" fmla="val 162337"/>
            </a:avLst>
          </a:prstGeom>
          <a:solidFill>
            <a:srgbClr val="E1DFDD"/>
          </a:solidFill>
          <a:ln w="12700">
            <a:solidFill>
              <a:srgbClr val="E1DFD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Shape 33"/>
          <p:cNvSpPr/>
          <p:nvPr/>
        </p:nvSpPr>
        <p:spPr>
          <a:xfrm>
            <a:off x="629107" y="4016959"/>
            <a:ext cx="228600" cy="228600"/>
          </a:xfrm>
          <a:prstGeom prst="ellipse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34"/>
          <p:cNvSpPr txBox="1"/>
          <p:nvPr/>
        </p:nvSpPr>
        <p:spPr>
          <a:xfrm>
            <a:off x="590702" y="4016959"/>
            <a:ext cx="30541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900" dirty="0"/>
          </a:p>
        </p:txBody>
      </p:sp>
      <p:sp>
        <p:nvSpPr>
          <p:cNvPr id="41" name="Shape 35"/>
          <p:cNvSpPr/>
          <p:nvPr/>
        </p:nvSpPr>
        <p:spPr>
          <a:xfrm>
            <a:off x="972007" y="3966667"/>
            <a:ext cx="485546" cy="161849"/>
          </a:xfrm>
          <a:prstGeom prst="roundRect">
            <a:avLst>
              <a:gd name="adj" fmla="val 99701"/>
            </a:avLst>
          </a:prstGeom>
          <a:solidFill>
            <a:srgbClr val="E1DFD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Text 36"/>
          <p:cNvSpPr txBox="1"/>
          <p:nvPr/>
        </p:nvSpPr>
        <p:spPr>
          <a:xfrm>
            <a:off x="972007" y="3966667"/>
            <a:ext cx="562356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A48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Licenze</a:t>
            </a:r>
            <a:endParaRPr lang="en-US" sz="800" dirty="0"/>
          </a:p>
        </p:txBody>
      </p:sp>
      <p:sp>
        <p:nvSpPr>
          <p:cNvPr id="43" name="Text 37"/>
          <p:cNvSpPr txBox="1"/>
          <p:nvPr/>
        </p:nvSpPr>
        <p:spPr>
          <a:xfrm>
            <a:off x="972007" y="4141318"/>
            <a:ext cx="315925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Quale piano include Intune e Defender?</a:t>
            </a:r>
            <a:endParaRPr lang="en-US" sz="1000" dirty="0"/>
          </a:p>
        </p:txBody>
      </p:sp>
      <p:pic>
        <p:nvPicPr>
          <p:cNvPr id="44" name="Image 4" descr="preencoded.png"/>
          <p:cNvPicPr>
            <a:picLocks noChangeAspect="1"/>
          </p:cNvPicPr>
          <p:nvPr/>
        </p:nvPicPr>
        <p:blipFill>
          <a:blip r:embed="rId7"/>
          <a:srcRect l="-837" r="-837"/>
          <a:stretch/>
        </p:blipFill>
        <p:spPr>
          <a:xfrm>
            <a:off x="5734202" y="4064508"/>
            <a:ext cx="152705" cy="133502"/>
          </a:xfrm>
          <a:prstGeom prst="rect">
            <a:avLst/>
          </a:prstGeom>
        </p:spPr>
      </p:pic>
      <p:sp>
        <p:nvSpPr>
          <p:cNvPr id="45" name="Shape 38"/>
          <p:cNvSpPr/>
          <p:nvPr/>
        </p:nvSpPr>
        <p:spPr>
          <a:xfrm>
            <a:off x="476402" y="4622292"/>
            <a:ext cx="5524805" cy="838505"/>
          </a:xfrm>
          <a:prstGeom prst="roundRect">
            <a:avLst>
              <a:gd name="adj" fmla="val 743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6" name="Shape 39"/>
          <p:cNvSpPr/>
          <p:nvPr/>
        </p:nvSpPr>
        <p:spPr>
          <a:xfrm>
            <a:off x="476402" y="4622292"/>
            <a:ext cx="38405" cy="838505"/>
          </a:xfrm>
          <a:prstGeom prst="roundRect">
            <a:avLst>
              <a:gd name="adj" fmla="val 162337"/>
            </a:avLst>
          </a:prstGeom>
          <a:solidFill>
            <a:srgbClr val="E1DFDD"/>
          </a:solidFill>
          <a:ln w="12700">
            <a:solidFill>
              <a:srgbClr val="E1DFD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7" name="Shape 40"/>
          <p:cNvSpPr/>
          <p:nvPr/>
        </p:nvSpPr>
        <p:spPr>
          <a:xfrm>
            <a:off x="629107" y="4923130"/>
            <a:ext cx="228600" cy="228600"/>
          </a:xfrm>
          <a:prstGeom prst="ellipse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8" name="Text 41"/>
          <p:cNvSpPr txBox="1"/>
          <p:nvPr/>
        </p:nvSpPr>
        <p:spPr>
          <a:xfrm>
            <a:off x="590702" y="4923130"/>
            <a:ext cx="30541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900" dirty="0"/>
          </a:p>
        </p:txBody>
      </p:sp>
      <p:sp>
        <p:nvSpPr>
          <p:cNvPr id="49" name="Shape 42"/>
          <p:cNvSpPr/>
          <p:nvPr/>
        </p:nvSpPr>
        <p:spPr>
          <a:xfrm>
            <a:off x="972007" y="4871923"/>
            <a:ext cx="523951" cy="161849"/>
          </a:xfrm>
          <a:prstGeom prst="roundRect">
            <a:avLst>
              <a:gd name="adj" fmla="val 99701"/>
            </a:avLst>
          </a:prstGeom>
          <a:solidFill>
            <a:srgbClr val="FFF4C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0" name="Text 43"/>
          <p:cNvSpPr txBox="1"/>
          <p:nvPr/>
        </p:nvSpPr>
        <p:spPr>
          <a:xfrm>
            <a:off x="972007" y="4871923"/>
            <a:ext cx="600761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8A6D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Portale</a:t>
            </a:r>
            <a:endParaRPr lang="en-US" sz="800" dirty="0"/>
          </a:p>
        </p:txBody>
      </p:sp>
      <p:sp>
        <p:nvSpPr>
          <p:cNvPr id="51" name="Text 44"/>
          <p:cNvSpPr txBox="1"/>
          <p:nvPr/>
        </p:nvSpPr>
        <p:spPr>
          <a:xfrm>
            <a:off x="972007" y="5047488"/>
            <a:ext cx="35679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Come accedi rapidamente a tutte le app web?</a:t>
            </a:r>
            <a:endParaRPr lang="en-US" sz="1000" dirty="0"/>
          </a:p>
        </p:txBody>
      </p:sp>
      <p:pic>
        <p:nvPicPr>
          <p:cNvPr id="52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753405" y="4970678"/>
            <a:ext cx="133502" cy="133502"/>
          </a:xfrm>
          <a:prstGeom prst="rect">
            <a:avLst/>
          </a:prstGeom>
        </p:spPr>
      </p:pic>
      <p:sp>
        <p:nvSpPr>
          <p:cNvPr id="53" name="Shape 45"/>
          <p:cNvSpPr/>
          <p:nvPr/>
        </p:nvSpPr>
        <p:spPr>
          <a:xfrm>
            <a:off x="6191402" y="1000354"/>
            <a:ext cx="5524805" cy="838505"/>
          </a:xfrm>
          <a:prstGeom prst="roundRect">
            <a:avLst>
              <a:gd name="adj" fmla="val 743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4" name="Shape 46"/>
          <p:cNvSpPr/>
          <p:nvPr/>
        </p:nvSpPr>
        <p:spPr>
          <a:xfrm>
            <a:off x="6191402" y="1000354"/>
            <a:ext cx="38405" cy="838505"/>
          </a:xfrm>
          <a:prstGeom prst="roundRect">
            <a:avLst>
              <a:gd name="adj" fmla="val 162337"/>
            </a:avLst>
          </a:prstGeom>
          <a:solidFill>
            <a:srgbClr val="E1DFDD"/>
          </a:solidFill>
          <a:ln w="12700">
            <a:solidFill>
              <a:srgbClr val="E1DFD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5" name="Shape 47"/>
          <p:cNvSpPr/>
          <p:nvPr/>
        </p:nvSpPr>
        <p:spPr>
          <a:xfrm>
            <a:off x="6344107" y="1300277"/>
            <a:ext cx="228600" cy="228600"/>
          </a:xfrm>
          <a:prstGeom prst="ellipse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6" name="Text 48"/>
          <p:cNvSpPr txBox="1"/>
          <p:nvPr/>
        </p:nvSpPr>
        <p:spPr>
          <a:xfrm>
            <a:off x="6305702" y="1300277"/>
            <a:ext cx="30541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</a:t>
            </a:r>
            <a:endParaRPr lang="en-US" sz="900" dirty="0"/>
          </a:p>
        </p:txBody>
      </p:sp>
      <p:sp>
        <p:nvSpPr>
          <p:cNvPr id="57" name="Shape 49"/>
          <p:cNvSpPr/>
          <p:nvPr/>
        </p:nvSpPr>
        <p:spPr>
          <a:xfrm>
            <a:off x="6687007" y="1249070"/>
            <a:ext cx="1037844" cy="161849"/>
          </a:xfrm>
          <a:prstGeom prst="roundRect">
            <a:avLst>
              <a:gd name="adj" fmla="val 99701"/>
            </a:avLst>
          </a:prstGeom>
          <a:solidFill>
            <a:srgbClr val="E6FF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8" name="Text 50"/>
          <p:cNvSpPr txBox="1"/>
          <p:nvPr/>
        </p:nvSpPr>
        <p:spPr>
          <a:xfrm>
            <a:off x="6687007" y="1249070"/>
            <a:ext cx="1114654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07C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Teams/SharePoint</a:t>
            </a:r>
            <a:endParaRPr lang="en-US" sz="800" dirty="0"/>
          </a:p>
        </p:txBody>
      </p:sp>
      <p:sp>
        <p:nvSpPr>
          <p:cNvPr id="59" name="Text 51"/>
          <p:cNvSpPr txBox="1"/>
          <p:nvPr/>
        </p:nvSpPr>
        <p:spPr>
          <a:xfrm>
            <a:off x="6687007" y="1424635"/>
            <a:ext cx="345551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Dove risiedono i file di un Canale Standard?</a:t>
            </a:r>
            <a:endParaRPr lang="en-US" sz="1000" dirty="0"/>
          </a:p>
        </p:txBody>
      </p:sp>
      <p:pic>
        <p:nvPicPr>
          <p:cNvPr id="60" name="Image 6" descr="preencoded.png"/>
          <p:cNvPicPr>
            <a:picLocks noChangeAspect="1"/>
          </p:cNvPicPr>
          <p:nvPr/>
        </p:nvPicPr>
        <p:blipFill>
          <a:blip r:embed="rId9"/>
          <a:srcRect l="-837" r="-837"/>
          <a:stretch/>
        </p:blipFill>
        <p:spPr>
          <a:xfrm>
            <a:off x="11449202" y="1347826"/>
            <a:ext cx="152705" cy="133502"/>
          </a:xfrm>
          <a:prstGeom prst="rect">
            <a:avLst/>
          </a:prstGeom>
        </p:spPr>
      </p:pic>
      <p:sp>
        <p:nvSpPr>
          <p:cNvPr id="61" name="Shape 52"/>
          <p:cNvSpPr/>
          <p:nvPr/>
        </p:nvSpPr>
        <p:spPr>
          <a:xfrm>
            <a:off x="6191402" y="1905610"/>
            <a:ext cx="5524805" cy="838505"/>
          </a:xfrm>
          <a:prstGeom prst="roundRect">
            <a:avLst>
              <a:gd name="adj" fmla="val 743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2" name="Shape 53"/>
          <p:cNvSpPr/>
          <p:nvPr/>
        </p:nvSpPr>
        <p:spPr>
          <a:xfrm>
            <a:off x="6191402" y="1905610"/>
            <a:ext cx="38405" cy="838505"/>
          </a:xfrm>
          <a:prstGeom prst="roundRect">
            <a:avLst>
              <a:gd name="adj" fmla="val 162337"/>
            </a:avLst>
          </a:prstGeom>
          <a:solidFill>
            <a:srgbClr val="E1DFDD"/>
          </a:solidFill>
          <a:ln w="12700">
            <a:solidFill>
              <a:srgbClr val="E1DFD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3" name="Shape 54"/>
          <p:cNvSpPr/>
          <p:nvPr/>
        </p:nvSpPr>
        <p:spPr>
          <a:xfrm>
            <a:off x="6344107" y="2206447"/>
            <a:ext cx="228600" cy="228600"/>
          </a:xfrm>
          <a:prstGeom prst="ellipse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4" name="Text 55"/>
          <p:cNvSpPr txBox="1"/>
          <p:nvPr/>
        </p:nvSpPr>
        <p:spPr>
          <a:xfrm>
            <a:off x="6305702" y="2206447"/>
            <a:ext cx="30541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</a:t>
            </a:r>
            <a:endParaRPr lang="en-US" sz="900" dirty="0"/>
          </a:p>
        </p:txBody>
      </p:sp>
      <p:sp>
        <p:nvSpPr>
          <p:cNvPr id="65" name="Shape 56"/>
          <p:cNvSpPr/>
          <p:nvPr/>
        </p:nvSpPr>
        <p:spPr>
          <a:xfrm>
            <a:off x="6687007" y="2155241"/>
            <a:ext cx="609905" cy="161849"/>
          </a:xfrm>
          <a:prstGeom prst="roundRect">
            <a:avLst>
              <a:gd name="adj" fmla="val 99701"/>
            </a:avLst>
          </a:prstGeom>
          <a:solidFill>
            <a:srgbClr val="E0E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6" name="Text 57"/>
          <p:cNvSpPr txBox="1"/>
          <p:nvPr/>
        </p:nvSpPr>
        <p:spPr>
          <a:xfrm>
            <a:off x="6687007" y="2155241"/>
            <a:ext cx="685800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5A9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Exchange</a:t>
            </a:r>
            <a:endParaRPr lang="en-US" sz="800" dirty="0"/>
          </a:p>
        </p:txBody>
      </p:sp>
      <p:sp>
        <p:nvSpPr>
          <p:cNvPr id="67" name="Text 58"/>
          <p:cNvSpPr txBox="1"/>
          <p:nvPr/>
        </p:nvSpPr>
        <p:spPr>
          <a:xfrm>
            <a:off x="6687007" y="2330806"/>
            <a:ext cx="306049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cosa servono le Regole di Trasporto?</a:t>
            </a:r>
            <a:endParaRPr lang="en-US" sz="1000" dirty="0"/>
          </a:p>
        </p:txBody>
      </p:sp>
      <p:pic>
        <p:nvPicPr>
          <p:cNvPr id="68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1468405" y="2253996"/>
            <a:ext cx="133502" cy="133502"/>
          </a:xfrm>
          <a:prstGeom prst="rect">
            <a:avLst/>
          </a:prstGeom>
        </p:spPr>
      </p:pic>
      <p:sp>
        <p:nvSpPr>
          <p:cNvPr id="69" name="Shape 59"/>
          <p:cNvSpPr/>
          <p:nvPr/>
        </p:nvSpPr>
        <p:spPr>
          <a:xfrm>
            <a:off x="6191402" y="2811780"/>
            <a:ext cx="5524805" cy="838505"/>
          </a:xfrm>
          <a:prstGeom prst="roundRect">
            <a:avLst>
              <a:gd name="adj" fmla="val 743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0" name="Shape 60"/>
          <p:cNvSpPr/>
          <p:nvPr/>
        </p:nvSpPr>
        <p:spPr>
          <a:xfrm>
            <a:off x="6191402" y="2811780"/>
            <a:ext cx="38405" cy="838505"/>
          </a:xfrm>
          <a:prstGeom prst="roundRect">
            <a:avLst>
              <a:gd name="adj" fmla="val 162337"/>
            </a:avLst>
          </a:prstGeom>
          <a:solidFill>
            <a:srgbClr val="E1DFDD"/>
          </a:solidFill>
          <a:ln w="12700">
            <a:solidFill>
              <a:srgbClr val="E1DFD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1" name="Shape 61"/>
          <p:cNvSpPr/>
          <p:nvPr/>
        </p:nvSpPr>
        <p:spPr>
          <a:xfrm>
            <a:off x="6344107" y="3111703"/>
            <a:ext cx="228600" cy="228600"/>
          </a:xfrm>
          <a:prstGeom prst="ellipse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2" name="Text 62"/>
          <p:cNvSpPr txBox="1"/>
          <p:nvPr/>
        </p:nvSpPr>
        <p:spPr>
          <a:xfrm>
            <a:off x="6305702" y="3111703"/>
            <a:ext cx="30541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</a:t>
            </a:r>
            <a:endParaRPr lang="en-US" sz="900" dirty="0"/>
          </a:p>
        </p:txBody>
      </p:sp>
      <p:sp>
        <p:nvSpPr>
          <p:cNvPr id="73" name="Shape 63"/>
          <p:cNvSpPr/>
          <p:nvPr/>
        </p:nvSpPr>
        <p:spPr>
          <a:xfrm>
            <a:off x="6687007" y="3060497"/>
            <a:ext cx="705002" cy="161849"/>
          </a:xfrm>
          <a:prstGeom prst="roundRect">
            <a:avLst>
              <a:gd name="adj" fmla="val 99701"/>
            </a:avLst>
          </a:prstGeom>
          <a:solidFill>
            <a:srgbClr val="E6FF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4" name="Text 64"/>
          <p:cNvSpPr txBox="1"/>
          <p:nvPr/>
        </p:nvSpPr>
        <p:spPr>
          <a:xfrm>
            <a:off x="6687007" y="3060497"/>
            <a:ext cx="781812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07C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SharePoint</a:t>
            </a:r>
            <a:endParaRPr lang="en-US" sz="800" dirty="0"/>
          </a:p>
        </p:txBody>
      </p:sp>
      <p:sp>
        <p:nvSpPr>
          <p:cNvPr id="75" name="Text 65"/>
          <p:cNvSpPr txBox="1"/>
          <p:nvPr/>
        </p:nvSpPr>
        <p:spPr>
          <a:xfrm>
            <a:off x="6687007" y="3236062"/>
            <a:ext cx="35679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Quando usare SharePoint invece di OneDrive?</a:t>
            </a:r>
            <a:endParaRPr lang="en-US" sz="1000" dirty="0"/>
          </a:p>
        </p:txBody>
      </p:sp>
      <p:pic>
        <p:nvPicPr>
          <p:cNvPr id="76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1468405" y="3159252"/>
            <a:ext cx="133502" cy="133502"/>
          </a:xfrm>
          <a:prstGeom prst="rect">
            <a:avLst/>
          </a:prstGeom>
        </p:spPr>
      </p:pic>
      <p:sp>
        <p:nvSpPr>
          <p:cNvPr id="77" name="Shape 66"/>
          <p:cNvSpPr/>
          <p:nvPr/>
        </p:nvSpPr>
        <p:spPr>
          <a:xfrm>
            <a:off x="6191402" y="3717036"/>
            <a:ext cx="5524805" cy="838505"/>
          </a:xfrm>
          <a:prstGeom prst="roundRect">
            <a:avLst>
              <a:gd name="adj" fmla="val 743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8" name="Shape 67"/>
          <p:cNvSpPr/>
          <p:nvPr/>
        </p:nvSpPr>
        <p:spPr>
          <a:xfrm>
            <a:off x="6191402" y="3717036"/>
            <a:ext cx="38405" cy="838505"/>
          </a:xfrm>
          <a:prstGeom prst="roundRect">
            <a:avLst>
              <a:gd name="adj" fmla="val 162337"/>
            </a:avLst>
          </a:prstGeom>
          <a:solidFill>
            <a:srgbClr val="E1DFDD"/>
          </a:solidFill>
          <a:ln w="12700">
            <a:solidFill>
              <a:srgbClr val="E1DFD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9" name="Shape 68"/>
          <p:cNvSpPr/>
          <p:nvPr/>
        </p:nvSpPr>
        <p:spPr>
          <a:xfrm>
            <a:off x="6344107" y="4016959"/>
            <a:ext cx="228600" cy="228600"/>
          </a:xfrm>
          <a:prstGeom prst="ellipse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0" name="Text 69"/>
          <p:cNvSpPr txBox="1"/>
          <p:nvPr/>
        </p:nvSpPr>
        <p:spPr>
          <a:xfrm>
            <a:off x="6305702" y="4016959"/>
            <a:ext cx="30541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</a:t>
            </a:r>
            <a:endParaRPr lang="en-US" sz="900" dirty="0"/>
          </a:p>
        </p:txBody>
      </p:sp>
      <p:sp>
        <p:nvSpPr>
          <p:cNvPr id="81" name="Shape 70"/>
          <p:cNvSpPr/>
          <p:nvPr/>
        </p:nvSpPr>
        <p:spPr>
          <a:xfrm>
            <a:off x="6687007" y="3966667"/>
            <a:ext cx="609905" cy="161849"/>
          </a:xfrm>
          <a:prstGeom prst="roundRect">
            <a:avLst>
              <a:gd name="adj" fmla="val 99701"/>
            </a:avLst>
          </a:prstGeom>
          <a:solidFill>
            <a:srgbClr val="FDE7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2" name="Text 71"/>
          <p:cNvSpPr txBox="1"/>
          <p:nvPr/>
        </p:nvSpPr>
        <p:spPr>
          <a:xfrm>
            <a:off x="6687007" y="3966667"/>
            <a:ext cx="685800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A8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Sicurezza</a:t>
            </a:r>
            <a:endParaRPr lang="en-US" sz="800" dirty="0"/>
          </a:p>
        </p:txBody>
      </p:sp>
      <p:sp>
        <p:nvSpPr>
          <p:cNvPr id="83" name="Text 72"/>
          <p:cNvSpPr txBox="1"/>
          <p:nvPr/>
        </p:nvSpPr>
        <p:spPr>
          <a:xfrm>
            <a:off x="6687007" y="4141318"/>
            <a:ext cx="418978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Qual è il metodo principale per proteggere l'identità?</a:t>
            </a:r>
            <a:endParaRPr lang="en-US" sz="1000" dirty="0"/>
          </a:p>
        </p:txBody>
      </p:sp>
      <p:pic>
        <p:nvPicPr>
          <p:cNvPr id="84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1468405" y="4064508"/>
            <a:ext cx="133502" cy="133502"/>
          </a:xfrm>
          <a:prstGeom prst="rect">
            <a:avLst/>
          </a:prstGeom>
        </p:spPr>
      </p:pic>
      <p:sp>
        <p:nvSpPr>
          <p:cNvPr id="85" name="Shape 73"/>
          <p:cNvSpPr/>
          <p:nvPr/>
        </p:nvSpPr>
        <p:spPr>
          <a:xfrm>
            <a:off x="6191402" y="4622292"/>
            <a:ext cx="5524805" cy="838505"/>
          </a:xfrm>
          <a:prstGeom prst="roundRect">
            <a:avLst>
              <a:gd name="adj" fmla="val 743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6" name="Shape 74"/>
          <p:cNvSpPr/>
          <p:nvPr/>
        </p:nvSpPr>
        <p:spPr>
          <a:xfrm>
            <a:off x="6191402" y="4622292"/>
            <a:ext cx="38405" cy="838505"/>
          </a:xfrm>
          <a:prstGeom prst="roundRect">
            <a:avLst>
              <a:gd name="adj" fmla="val 162337"/>
            </a:avLst>
          </a:prstGeom>
          <a:solidFill>
            <a:srgbClr val="E1DFDD"/>
          </a:solidFill>
          <a:ln w="12700">
            <a:solidFill>
              <a:srgbClr val="E1DFD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7" name="Shape 75"/>
          <p:cNvSpPr/>
          <p:nvPr/>
        </p:nvSpPr>
        <p:spPr>
          <a:xfrm>
            <a:off x="6344107" y="4923130"/>
            <a:ext cx="228600" cy="228600"/>
          </a:xfrm>
          <a:prstGeom prst="ellipse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8" name="Text 76"/>
          <p:cNvSpPr txBox="1"/>
          <p:nvPr/>
        </p:nvSpPr>
        <p:spPr>
          <a:xfrm>
            <a:off x="6305702" y="4923130"/>
            <a:ext cx="30541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</a:t>
            </a:r>
            <a:endParaRPr lang="en-US" sz="900" dirty="0"/>
          </a:p>
        </p:txBody>
      </p:sp>
      <p:sp>
        <p:nvSpPr>
          <p:cNvPr id="89" name="Shape 77"/>
          <p:cNvSpPr/>
          <p:nvPr/>
        </p:nvSpPr>
        <p:spPr>
          <a:xfrm>
            <a:off x="6687007" y="4871923"/>
            <a:ext cx="952805" cy="161849"/>
          </a:xfrm>
          <a:prstGeom prst="roundRect">
            <a:avLst>
              <a:gd name="adj" fmla="val 99701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0" name="Text 78"/>
          <p:cNvSpPr txBox="1"/>
          <p:nvPr/>
        </p:nvSpPr>
        <p:spPr>
          <a:xfrm>
            <a:off x="6687007" y="4871923"/>
            <a:ext cx="1028700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78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Collaborazione</a:t>
            </a:r>
            <a:endParaRPr lang="en-US" sz="800" dirty="0"/>
          </a:p>
        </p:txBody>
      </p:sp>
      <p:sp>
        <p:nvSpPr>
          <p:cNvPr id="91" name="Text 79"/>
          <p:cNvSpPr txBox="1"/>
          <p:nvPr/>
        </p:nvSpPr>
        <p:spPr>
          <a:xfrm>
            <a:off x="6687007" y="5047488"/>
            <a:ext cx="343357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Qual è il requisito base per il Co-authoring?</a:t>
            </a:r>
            <a:endParaRPr lang="en-US" sz="1000" dirty="0"/>
          </a:p>
        </p:txBody>
      </p:sp>
      <p:pic>
        <p:nvPicPr>
          <p:cNvPr id="92" name="Image 10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11468405" y="4970678"/>
            <a:ext cx="133502" cy="133502"/>
          </a:xfrm>
          <a:prstGeom prst="rect">
            <a:avLst/>
          </a:prstGeom>
        </p:spPr>
      </p:pic>
      <p:sp>
        <p:nvSpPr>
          <p:cNvPr id="93" name="Shape 80"/>
          <p:cNvSpPr/>
          <p:nvPr/>
        </p:nvSpPr>
        <p:spPr>
          <a:xfrm>
            <a:off x="476402" y="5595214"/>
            <a:ext cx="11239805" cy="1076249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4" name="Shape 81"/>
          <p:cNvSpPr/>
          <p:nvPr/>
        </p:nvSpPr>
        <p:spPr>
          <a:xfrm>
            <a:off x="476402" y="5595214"/>
            <a:ext cx="11239805" cy="28346"/>
          </a:xfrm>
          <a:prstGeom prst="roundRect">
            <a:avLst>
              <a:gd name="adj" fmla="val 228379"/>
            </a:avLst>
          </a:prstGeom>
          <a:solidFill>
            <a:srgbClr val="107C10"/>
          </a:solidFill>
          <a:ln w="12700">
            <a:solidFill>
              <a:srgbClr val="107C1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5" name="Text 82"/>
          <p:cNvSpPr txBox="1"/>
          <p:nvPr/>
        </p:nvSpPr>
        <p:spPr>
          <a:xfrm>
            <a:off x="875995" y="5737860"/>
            <a:ext cx="107634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7C1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Risposte Corrette </a:t>
            </a:r>
            <a:endParaRPr lang="en-US" sz="1000" dirty="0"/>
          </a:p>
        </p:txBody>
      </p:sp>
      <p:pic>
        <p:nvPicPr>
          <p:cNvPr id="96" name="Image 11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666598" y="5774436"/>
            <a:ext cx="133502" cy="133502"/>
          </a:xfrm>
          <a:prstGeom prst="rect">
            <a:avLst/>
          </a:prstGeom>
        </p:spPr>
      </p:pic>
      <p:sp>
        <p:nvSpPr>
          <p:cNvPr id="97" name="Shape 83"/>
          <p:cNvSpPr/>
          <p:nvPr/>
        </p:nvSpPr>
        <p:spPr>
          <a:xfrm>
            <a:off x="666598" y="6019495"/>
            <a:ext cx="2018995" cy="228600"/>
          </a:xfrm>
          <a:prstGeom prst="roundRect">
            <a:avLst>
              <a:gd name="adj" fmla="val 66667"/>
            </a:avLst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8" name="Text 84"/>
          <p:cNvSpPr txBox="1"/>
          <p:nvPr/>
        </p:nvSpPr>
        <p:spPr>
          <a:xfrm>
            <a:off x="795071" y="6025344"/>
            <a:ext cx="2100377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7C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</a:t>
            </a:r>
            <a:r>
              <a:rPr lang="en-US" sz="900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OneDrive for Business</a:t>
            </a:r>
            <a:endParaRPr lang="en-US" sz="900" dirty="0"/>
          </a:p>
        </p:txBody>
      </p:sp>
      <p:sp>
        <p:nvSpPr>
          <p:cNvPr id="100" name="Shape 86"/>
          <p:cNvSpPr/>
          <p:nvPr/>
        </p:nvSpPr>
        <p:spPr>
          <a:xfrm>
            <a:off x="2876702" y="6019495"/>
            <a:ext cx="2018995" cy="228600"/>
          </a:xfrm>
          <a:prstGeom prst="roundRect">
            <a:avLst>
              <a:gd name="adj" fmla="val 66667"/>
            </a:avLst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1" name="Text 87"/>
          <p:cNvSpPr txBox="1"/>
          <p:nvPr/>
        </p:nvSpPr>
        <p:spPr>
          <a:xfrm>
            <a:off x="3005175" y="6025344"/>
            <a:ext cx="2100377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7C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2.</a:t>
            </a:r>
            <a:r>
              <a:rPr lang="en-US" sz="900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OneDrive del Mittente</a:t>
            </a:r>
            <a:endParaRPr lang="en-US" sz="900" dirty="0"/>
          </a:p>
        </p:txBody>
      </p:sp>
      <p:sp>
        <p:nvSpPr>
          <p:cNvPr id="103" name="Shape 89"/>
          <p:cNvSpPr/>
          <p:nvPr/>
        </p:nvSpPr>
        <p:spPr>
          <a:xfrm>
            <a:off x="5086807" y="6019495"/>
            <a:ext cx="2018995" cy="228600"/>
          </a:xfrm>
          <a:prstGeom prst="roundRect">
            <a:avLst>
              <a:gd name="adj" fmla="val 66667"/>
            </a:avLst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4" name="Text 90"/>
          <p:cNvSpPr txBox="1"/>
          <p:nvPr/>
        </p:nvSpPr>
        <p:spPr>
          <a:xfrm>
            <a:off x="5215280" y="6025344"/>
            <a:ext cx="2100377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7C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</a:t>
            </a:r>
            <a:r>
              <a:rPr lang="en-US" sz="900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Workspace Condiviso</a:t>
            </a:r>
            <a:endParaRPr lang="en-US" sz="900" dirty="0"/>
          </a:p>
        </p:txBody>
      </p:sp>
      <p:sp>
        <p:nvSpPr>
          <p:cNvPr id="106" name="Shape 92"/>
          <p:cNvSpPr/>
          <p:nvPr/>
        </p:nvSpPr>
        <p:spPr>
          <a:xfrm>
            <a:off x="7295998" y="6019495"/>
            <a:ext cx="2018995" cy="228600"/>
          </a:xfrm>
          <a:prstGeom prst="roundRect">
            <a:avLst>
              <a:gd name="adj" fmla="val 66667"/>
            </a:avLst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7" name="Text 93"/>
          <p:cNvSpPr txBox="1"/>
          <p:nvPr/>
        </p:nvSpPr>
        <p:spPr>
          <a:xfrm>
            <a:off x="7424471" y="6025344"/>
            <a:ext cx="2100377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7C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4.</a:t>
            </a:r>
            <a:r>
              <a:rPr lang="en-US" sz="900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Business Premium</a:t>
            </a:r>
            <a:endParaRPr lang="en-US" sz="900" dirty="0"/>
          </a:p>
        </p:txBody>
      </p:sp>
      <p:sp>
        <p:nvSpPr>
          <p:cNvPr id="109" name="Shape 95"/>
          <p:cNvSpPr/>
          <p:nvPr/>
        </p:nvSpPr>
        <p:spPr>
          <a:xfrm>
            <a:off x="9506102" y="6019495"/>
            <a:ext cx="2018995" cy="228600"/>
          </a:xfrm>
          <a:prstGeom prst="roundRect">
            <a:avLst>
              <a:gd name="adj" fmla="val 66667"/>
            </a:avLst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0" name="Text 96"/>
          <p:cNvSpPr txBox="1"/>
          <p:nvPr/>
        </p:nvSpPr>
        <p:spPr>
          <a:xfrm>
            <a:off x="9634575" y="6025344"/>
            <a:ext cx="2100377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7C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5.</a:t>
            </a:r>
            <a:r>
              <a:rPr lang="en-US" sz="900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App Launcher (Waffle)</a:t>
            </a:r>
            <a:endParaRPr lang="en-US" sz="900" dirty="0"/>
          </a:p>
        </p:txBody>
      </p:sp>
      <p:sp>
        <p:nvSpPr>
          <p:cNvPr id="112" name="Shape 98"/>
          <p:cNvSpPr/>
          <p:nvPr/>
        </p:nvSpPr>
        <p:spPr>
          <a:xfrm>
            <a:off x="666598" y="6324905"/>
            <a:ext cx="2018995" cy="228600"/>
          </a:xfrm>
          <a:prstGeom prst="roundRect">
            <a:avLst>
              <a:gd name="adj" fmla="val 66667"/>
            </a:avLst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3" name="Text 99"/>
          <p:cNvSpPr txBox="1"/>
          <p:nvPr/>
        </p:nvSpPr>
        <p:spPr>
          <a:xfrm>
            <a:off x="795071" y="6330754"/>
            <a:ext cx="2100377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7C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6.</a:t>
            </a:r>
            <a:r>
              <a:rPr lang="en-US" sz="900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SharePoint Team Site</a:t>
            </a:r>
            <a:endParaRPr lang="en-US" sz="900" dirty="0"/>
          </a:p>
        </p:txBody>
      </p:sp>
      <p:sp>
        <p:nvSpPr>
          <p:cNvPr id="115" name="Shape 101"/>
          <p:cNvSpPr/>
          <p:nvPr/>
        </p:nvSpPr>
        <p:spPr>
          <a:xfrm>
            <a:off x="2876702" y="6324905"/>
            <a:ext cx="2018995" cy="228600"/>
          </a:xfrm>
          <a:prstGeom prst="roundRect">
            <a:avLst>
              <a:gd name="adj" fmla="val 66667"/>
            </a:avLst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6" name="Text 102"/>
          <p:cNvSpPr txBox="1"/>
          <p:nvPr/>
        </p:nvSpPr>
        <p:spPr>
          <a:xfrm>
            <a:off x="3005175" y="6330754"/>
            <a:ext cx="2100377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7C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7.</a:t>
            </a:r>
            <a:r>
              <a:rPr lang="en-US" sz="900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Controllo Flusso Mail</a:t>
            </a:r>
            <a:endParaRPr lang="en-US" sz="900" dirty="0"/>
          </a:p>
        </p:txBody>
      </p:sp>
      <p:sp>
        <p:nvSpPr>
          <p:cNvPr id="118" name="Shape 104"/>
          <p:cNvSpPr/>
          <p:nvPr/>
        </p:nvSpPr>
        <p:spPr>
          <a:xfrm>
            <a:off x="5086807" y="6324905"/>
            <a:ext cx="2018995" cy="228600"/>
          </a:xfrm>
          <a:prstGeom prst="roundRect">
            <a:avLst>
              <a:gd name="adj" fmla="val 66667"/>
            </a:avLst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9" name="Text 105"/>
          <p:cNvSpPr txBox="1"/>
          <p:nvPr/>
        </p:nvSpPr>
        <p:spPr>
          <a:xfrm>
            <a:off x="5215280" y="6330754"/>
            <a:ext cx="2100377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7C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8.</a:t>
            </a:r>
            <a:r>
              <a:rPr lang="en-US" sz="900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File Team/Progetto</a:t>
            </a:r>
            <a:endParaRPr lang="en-US" sz="900" dirty="0"/>
          </a:p>
        </p:txBody>
      </p:sp>
      <p:sp>
        <p:nvSpPr>
          <p:cNvPr id="121" name="Shape 107"/>
          <p:cNvSpPr/>
          <p:nvPr/>
        </p:nvSpPr>
        <p:spPr>
          <a:xfrm>
            <a:off x="7295998" y="6324905"/>
            <a:ext cx="2018995" cy="228600"/>
          </a:xfrm>
          <a:prstGeom prst="roundRect">
            <a:avLst>
              <a:gd name="adj" fmla="val 66667"/>
            </a:avLst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2" name="Text 108"/>
          <p:cNvSpPr txBox="1"/>
          <p:nvPr/>
        </p:nvSpPr>
        <p:spPr>
          <a:xfrm>
            <a:off x="7424471" y="6330754"/>
            <a:ext cx="2100377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7C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9.</a:t>
            </a:r>
            <a:r>
              <a:rPr lang="en-US" sz="900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MFA (Multi-Factor)</a:t>
            </a:r>
            <a:endParaRPr lang="en-US" sz="900" dirty="0"/>
          </a:p>
        </p:txBody>
      </p:sp>
      <p:sp>
        <p:nvSpPr>
          <p:cNvPr id="124" name="Shape 110"/>
          <p:cNvSpPr/>
          <p:nvPr/>
        </p:nvSpPr>
        <p:spPr>
          <a:xfrm>
            <a:off x="9506102" y="6324905"/>
            <a:ext cx="2018995" cy="228600"/>
          </a:xfrm>
          <a:prstGeom prst="roundRect">
            <a:avLst>
              <a:gd name="adj" fmla="val 66667"/>
            </a:avLst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5" name="Text 111"/>
          <p:cNvSpPr txBox="1"/>
          <p:nvPr/>
        </p:nvSpPr>
        <p:spPr>
          <a:xfrm>
            <a:off x="9634575" y="6330754"/>
            <a:ext cx="2100377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7C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10.</a:t>
            </a:r>
            <a:r>
              <a:rPr lang="en-US" sz="900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File in Cloud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" grpId="0" animBg="1"/>
      <p:bldP spid="94" grpId="0" animBg="1"/>
      <p:bldP spid="95" grpId="0" animBg="1"/>
      <p:bldP spid="97" grpId="0" animBg="1"/>
      <p:bldP spid="98" grpId="0" animBg="1"/>
      <p:bldP spid="100" grpId="0" animBg="1"/>
      <p:bldP spid="101" grpId="0" animBg="1"/>
      <p:bldP spid="103" grpId="0" animBg="1"/>
      <p:bldP spid="104" grpId="0" animBg="1"/>
      <p:bldP spid="106" grpId="0" animBg="1"/>
      <p:bldP spid="107" grpId="0" animBg="1"/>
      <p:bldP spid="109" grpId="0" animBg="1"/>
      <p:bldP spid="110" grpId="0" animBg="1"/>
      <p:bldP spid="112" grpId="0" animBg="1"/>
      <p:bldP spid="113" grpId="0" animBg="1"/>
      <p:bldP spid="115" grpId="0" animBg="1"/>
      <p:bldP spid="116" grpId="0" animBg="1"/>
      <p:bldP spid="118" grpId="0" animBg="1"/>
      <p:bldP spid="119" grpId="0" animBg="1"/>
      <p:bldP spid="121" grpId="0" animBg="1"/>
      <p:bldP spid="122" grpId="0" animBg="1"/>
      <p:bldP spid="124" grpId="0" animBg="1"/>
      <p:bldP spid="12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857707"/>
            <a:ext cx="12191695" cy="6001207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4876495" y="857707"/>
            <a:ext cx="7315200" cy="6001207"/>
          </a:xfrm>
          <a:custGeom>
            <a:avLst/>
            <a:gdLst/>
            <a:ahLst/>
            <a:cxnLst/>
            <a:rect l="l" t="t" r="r" b="b"/>
            <a:pathLst>
              <a:path w="7315200" h="6001207">
                <a:moveTo>
                  <a:pt x="1097280" y="0"/>
                </a:moveTo>
                <a:lnTo>
                  <a:pt x="7315200" y="0"/>
                </a:lnTo>
                <a:lnTo>
                  <a:pt x="7315200" y="6001207"/>
                </a:lnTo>
                <a:lnTo>
                  <a:pt x="0" y="6001207"/>
                </a:lnTo>
                <a:close/>
              </a:path>
            </a:pathLst>
          </a:custGeom>
          <a:solidFill>
            <a:srgbClr val="E6F2FF">
              <a:alpha val="4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91695" cy="8577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0" y="819302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 txBox="1"/>
          <p:nvPr/>
        </p:nvSpPr>
        <p:spPr>
          <a:xfrm>
            <a:off x="571500" y="105156"/>
            <a:ext cx="38203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1D4ED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Riepilogo Modulo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71500" y="333756"/>
            <a:ext cx="46552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Concetti da Ricordare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977018" y="228600"/>
            <a:ext cx="1647749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 t="-100" b="-100"/>
          <a:stretch/>
        </p:blipFill>
        <p:spPr>
          <a:xfrm>
            <a:off x="10177272" y="333756"/>
            <a:ext cx="114300" cy="15270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0405872" y="228600"/>
            <a:ext cx="1077163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71500" y="2720340"/>
            <a:ext cx="1276502" cy="314554"/>
          </a:xfrm>
          <a:prstGeom prst="roundRect">
            <a:avLst>
              <a:gd name="adj" fmla="val 176180"/>
            </a:avLst>
          </a:prstGeom>
          <a:solidFill>
            <a:srgbClr val="D0E7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1"/>
          <p:cNvSpPr txBox="1"/>
          <p:nvPr/>
        </p:nvSpPr>
        <p:spPr>
          <a:xfrm>
            <a:off x="895198" y="2720340"/>
            <a:ext cx="1010412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78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Punti Chiave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571500" y="3171139"/>
            <a:ext cx="3440887" cy="810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L'essenziale in breve.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571500" y="4119372"/>
            <a:ext cx="33915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Abbiamo esplorato l'ecosistema Microsoft 365. Ecco gli elementi fondamentali da portare con te per il prossimo modulo.</a:t>
            </a:r>
            <a:endParaRPr lang="en-US" sz="12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rcRect t="-1100" b="-1100"/>
          <a:stretch/>
        </p:blipFill>
        <p:spPr>
          <a:xfrm>
            <a:off x="705002" y="2802636"/>
            <a:ext cx="114300" cy="133502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4267505" y="1592885"/>
            <a:ext cx="3610051" cy="1028700"/>
          </a:xfrm>
          <a:prstGeom prst="roundRect">
            <a:avLst>
              <a:gd name="adj" fmla="val 8230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Shape 16"/>
          <p:cNvSpPr/>
          <p:nvPr/>
        </p:nvSpPr>
        <p:spPr>
          <a:xfrm>
            <a:off x="4267505" y="1592885"/>
            <a:ext cx="38405" cy="1028700"/>
          </a:xfrm>
          <a:prstGeom prst="roundRect">
            <a:avLst>
              <a:gd name="adj" fmla="val 220457"/>
            </a:avLst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Shape 17"/>
          <p:cNvSpPr/>
          <p:nvPr/>
        </p:nvSpPr>
        <p:spPr>
          <a:xfrm>
            <a:off x="4448556" y="1735531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533595" y="1821485"/>
            <a:ext cx="171907" cy="171907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4905756" y="1735531"/>
            <a:ext cx="29425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Exchange Online</a:t>
            </a:r>
            <a:endParaRPr lang="en-US" sz="1100" dirty="0"/>
          </a:p>
        </p:txBody>
      </p:sp>
      <p:sp>
        <p:nvSpPr>
          <p:cNvPr id="25" name="Text 19"/>
          <p:cNvSpPr txBox="1"/>
          <p:nvPr/>
        </p:nvSpPr>
        <p:spPr>
          <a:xfrm>
            <a:off x="4905756" y="1981505"/>
            <a:ext cx="2905963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Gestione professionale di </a:t>
            </a:r>
            <a:r>
              <a:rPr lang="en-US" sz="9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posta, calendari e contatti</a:t>
            </a: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Usa i </a:t>
            </a:r>
            <a:r>
              <a:rPr lang="en-US" sz="9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Gruppi M365</a:t>
            </a: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per collaborare invece delle liste di distribuzione.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8015630" y="1592885"/>
            <a:ext cx="3610051" cy="1028700"/>
          </a:xfrm>
          <a:prstGeom prst="roundRect">
            <a:avLst>
              <a:gd name="adj" fmla="val 8230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7" name="Shape 21"/>
          <p:cNvSpPr/>
          <p:nvPr/>
        </p:nvSpPr>
        <p:spPr>
          <a:xfrm>
            <a:off x="8015630" y="1592885"/>
            <a:ext cx="38405" cy="1028700"/>
          </a:xfrm>
          <a:prstGeom prst="roundRect">
            <a:avLst>
              <a:gd name="adj" fmla="val 220457"/>
            </a:avLst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Shape 22"/>
          <p:cNvSpPr/>
          <p:nvPr/>
        </p:nvSpPr>
        <p:spPr>
          <a:xfrm>
            <a:off x="8196682" y="1735531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6"/>
          <a:srcRect t="-1310" b="-1310"/>
          <a:stretch/>
        </p:blipFill>
        <p:spPr>
          <a:xfrm>
            <a:off x="8262518" y="1821485"/>
            <a:ext cx="209398" cy="171907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8653882" y="1735531"/>
            <a:ext cx="29425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OneDrive for Business</a:t>
            </a:r>
            <a:endParaRPr lang="en-US" sz="1100" dirty="0"/>
          </a:p>
        </p:txBody>
      </p:sp>
      <p:sp>
        <p:nvSpPr>
          <p:cNvPr id="31" name="Text 24"/>
          <p:cNvSpPr txBox="1"/>
          <p:nvPr/>
        </p:nvSpPr>
        <p:spPr>
          <a:xfrm>
            <a:off x="8653882" y="1981505"/>
            <a:ext cx="2905963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Il tuo spazio cloud </a:t>
            </a:r>
            <a:r>
              <a:rPr lang="en-US" sz="9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personale</a:t>
            </a: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Sincronizza i file sul desktop con </a:t>
            </a:r>
            <a:r>
              <a:rPr lang="en-US" sz="9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Files On-Demand</a:t>
            </a: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per risparmiare spazio.</a:t>
            </a:r>
            <a:endParaRPr lang="en-US" sz="900" dirty="0"/>
          </a:p>
        </p:txBody>
      </p:sp>
      <p:sp>
        <p:nvSpPr>
          <p:cNvPr id="32" name="Shape 25"/>
          <p:cNvSpPr/>
          <p:nvPr/>
        </p:nvSpPr>
        <p:spPr>
          <a:xfrm>
            <a:off x="4267505" y="2760574"/>
            <a:ext cx="3610051" cy="1028700"/>
          </a:xfrm>
          <a:prstGeom prst="roundRect">
            <a:avLst>
              <a:gd name="adj" fmla="val 8230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3" name="Shape 26"/>
          <p:cNvSpPr/>
          <p:nvPr/>
        </p:nvSpPr>
        <p:spPr>
          <a:xfrm>
            <a:off x="4267505" y="2760574"/>
            <a:ext cx="38405" cy="1028700"/>
          </a:xfrm>
          <a:prstGeom prst="roundRect">
            <a:avLst>
              <a:gd name="adj" fmla="val 220457"/>
            </a:avLst>
          </a:prstGeom>
          <a:solidFill>
            <a:srgbClr val="464EB8"/>
          </a:solidFill>
          <a:ln w="12700">
            <a:solidFill>
              <a:srgbClr val="464E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Shape 27"/>
          <p:cNvSpPr/>
          <p:nvPr/>
        </p:nvSpPr>
        <p:spPr>
          <a:xfrm>
            <a:off x="4448556" y="2904134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7"/>
          <a:srcRect t="-1310" b="-1310"/>
          <a:stretch/>
        </p:blipFill>
        <p:spPr>
          <a:xfrm>
            <a:off x="4515307" y="2989174"/>
            <a:ext cx="209398" cy="171907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4905756" y="2904134"/>
            <a:ext cx="29425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Microsoft Teams</a:t>
            </a:r>
            <a:endParaRPr lang="en-US" sz="1100" dirty="0"/>
          </a:p>
        </p:txBody>
      </p:sp>
      <p:sp>
        <p:nvSpPr>
          <p:cNvPr id="37" name="Text 29"/>
          <p:cNvSpPr txBox="1"/>
          <p:nvPr/>
        </p:nvSpPr>
        <p:spPr>
          <a:xfrm>
            <a:off x="4905756" y="3149194"/>
            <a:ext cx="2905963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Hub centrale per </a:t>
            </a:r>
            <a:r>
              <a:rPr lang="en-US" sz="9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chat, meeting e canali</a:t>
            </a: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Integra SharePoint per l'archiviazione dei file condivisi.</a:t>
            </a:r>
            <a:endParaRPr lang="en-US" sz="900" dirty="0"/>
          </a:p>
        </p:txBody>
      </p:sp>
      <p:sp>
        <p:nvSpPr>
          <p:cNvPr id="38" name="Shape 30"/>
          <p:cNvSpPr/>
          <p:nvPr/>
        </p:nvSpPr>
        <p:spPr>
          <a:xfrm>
            <a:off x="8015630" y="2760574"/>
            <a:ext cx="3610051" cy="1028700"/>
          </a:xfrm>
          <a:prstGeom prst="roundRect">
            <a:avLst>
              <a:gd name="adj" fmla="val 8230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9" name="Shape 31"/>
          <p:cNvSpPr/>
          <p:nvPr/>
        </p:nvSpPr>
        <p:spPr>
          <a:xfrm>
            <a:off x="8015630" y="2760574"/>
            <a:ext cx="38405" cy="1028700"/>
          </a:xfrm>
          <a:prstGeom prst="roundRect">
            <a:avLst>
              <a:gd name="adj" fmla="val 220457"/>
            </a:avLst>
          </a:prstGeom>
          <a:solidFill>
            <a:srgbClr val="038387"/>
          </a:solidFill>
          <a:ln w="12700">
            <a:solidFill>
              <a:srgbClr val="03838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Shape 32"/>
          <p:cNvSpPr/>
          <p:nvPr/>
        </p:nvSpPr>
        <p:spPr>
          <a:xfrm>
            <a:off x="8196682" y="2904134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8"/>
          <a:srcRect t="-842" b="-842"/>
          <a:stretch/>
        </p:blipFill>
        <p:spPr>
          <a:xfrm>
            <a:off x="8272577" y="2989174"/>
            <a:ext cx="190195" cy="171907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8653882" y="2904134"/>
            <a:ext cx="29425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SharePoint Online</a:t>
            </a:r>
            <a:endParaRPr lang="en-US" sz="1100" dirty="0"/>
          </a:p>
        </p:txBody>
      </p:sp>
      <p:sp>
        <p:nvSpPr>
          <p:cNvPr id="43" name="Text 34"/>
          <p:cNvSpPr txBox="1"/>
          <p:nvPr/>
        </p:nvSpPr>
        <p:spPr>
          <a:xfrm>
            <a:off x="8653882" y="3149194"/>
            <a:ext cx="2905963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Piattaforma per </a:t>
            </a:r>
            <a:r>
              <a:rPr lang="en-US" sz="9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documenti aziendali e Intranet</a:t>
            </a: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Differente da OneDrive: qui i file appartengono al team, non al singolo.</a:t>
            </a:r>
            <a:endParaRPr lang="en-US" sz="900" dirty="0"/>
          </a:p>
        </p:txBody>
      </p:sp>
      <p:sp>
        <p:nvSpPr>
          <p:cNvPr id="44" name="Shape 35"/>
          <p:cNvSpPr/>
          <p:nvPr/>
        </p:nvSpPr>
        <p:spPr>
          <a:xfrm>
            <a:off x="4267505" y="3929177"/>
            <a:ext cx="3610051" cy="1028700"/>
          </a:xfrm>
          <a:prstGeom prst="roundRect">
            <a:avLst>
              <a:gd name="adj" fmla="val 8230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5" name="Shape 36"/>
          <p:cNvSpPr/>
          <p:nvPr/>
        </p:nvSpPr>
        <p:spPr>
          <a:xfrm>
            <a:off x="4267505" y="3929177"/>
            <a:ext cx="38405" cy="1028700"/>
          </a:xfrm>
          <a:prstGeom prst="roundRect">
            <a:avLst>
              <a:gd name="adj" fmla="val 220457"/>
            </a:avLst>
          </a:prstGeom>
          <a:solidFill>
            <a:srgbClr val="D83B01"/>
          </a:solidFill>
          <a:ln w="12700">
            <a:solidFill>
              <a:srgbClr val="D83B0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6" name="Shape 37"/>
          <p:cNvSpPr/>
          <p:nvPr/>
        </p:nvSpPr>
        <p:spPr>
          <a:xfrm>
            <a:off x="4448556" y="4071823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7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533595" y="4157777"/>
            <a:ext cx="171907" cy="171907"/>
          </a:xfrm>
          <a:prstGeom prst="rect">
            <a:avLst/>
          </a:prstGeom>
        </p:spPr>
      </p:pic>
      <p:sp>
        <p:nvSpPr>
          <p:cNvPr id="48" name="Text 38"/>
          <p:cNvSpPr txBox="1"/>
          <p:nvPr/>
        </p:nvSpPr>
        <p:spPr>
          <a:xfrm>
            <a:off x="4905756" y="4071823"/>
            <a:ext cx="29425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Portale M365</a:t>
            </a:r>
            <a:endParaRPr lang="en-US" sz="1100" dirty="0"/>
          </a:p>
        </p:txBody>
      </p:sp>
      <p:sp>
        <p:nvSpPr>
          <p:cNvPr id="49" name="Text 39"/>
          <p:cNvSpPr txBox="1"/>
          <p:nvPr/>
        </p:nvSpPr>
        <p:spPr>
          <a:xfrm>
            <a:off x="4905756" y="4317797"/>
            <a:ext cx="2905963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Accesso unico via </a:t>
            </a:r>
            <a:r>
              <a:rPr lang="en-US" sz="9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Office.com</a:t>
            </a: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Usa l'</a:t>
            </a:r>
            <a:r>
              <a:rPr lang="en-US" sz="9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 Launcher</a:t>
            </a: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per navigare e la </a:t>
            </a:r>
            <a:r>
              <a:rPr lang="en-US" sz="9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Ricerca Microsoft</a:t>
            </a: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per trovare tutto.</a:t>
            </a:r>
            <a:endParaRPr lang="en-US" sz="900" dirty="0"/>
          </a:p>
        </p:txBody>
      </p:sp>
      <p:sp>
        <p:nvSpPr>
          <p:cNvPr id="50" name="Shape 40"/>
          <p:cNvSpPr/>
          <p:nvPr/>
        </p:nvSpPr>
        <p:spPr>
          <a:xfrm>
            <a:off x="8015630" y="3929177"/>
            <a:ext cx="3610051" cy="1028700"/>
          </a:xfrm>
          <a:prstGeom prst="roundRect">
            <a:avLst>
              <a:gd name="adj" fmla="val 8230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1" name="Shape 41"/>
          <p:cNvSpPr/>
          <p:nvPr/>
        </p:nvSpPr>
        <p:spPr>
          <a:xfrm>
            <a:off x="8015630" y="3929177"/>
            <a:ext cx="38405" cy="1028700"/>
          </a:xfrm>
          <a:prstGeom prst="roundRect">
            <a:avLst>
              <a:gd name="adj" fmla="val 220457"/>
            </a:avLst>
          </a:prstGeom>
          <a:solidFill>
            <a:srgbClr val="605E5C"/>
          </a:solidFill>
          <a:ln w="12700">
            <a:solidFill>
              <a:srgbClr val="605E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2" name="Shape 42"/>
          <p:cNvSpPr/>
          <p:nvPr/>
        </p:nvSpPr>
        <p:spPr>
          <a:xfrm>
            <a:off x="8196682" y="4071823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3" name="Image 8" descr="preencoded.png"/>
          <p:cNvPicPr>
            <a:picLocks noChangeAspect="1"/>
          </p:cNvPicPr>
          <p:nvPr/>
        </p:nvPicPr>
        <p:blipFill>
          <a:blip r:embed="rId10"/>
          <a:srcRect t="-842" b="-842"/>
          <a:stretch/>
        </p:blipFill>
        <p:spPr>
          <a:xfrm>
            <a:off x="8272577" y="4157777"/>
            <a:ext cx="190195" cy="171907"/>
          </a:xfrm>
          <a:prstGeom prst="rect">
            <a:avLst/>
          </a:prstGeom>
        </p:spPr>
      </p:pic>
      <p:sp>
        <p:nvSpPr>
          <p:cNvPr id="54" name="Text 43"/>
          <p:cNvSpPr txBox="1"/>
          <p:nvPr/>
        </p:nvSpPr>
        <p:spPr>
          <a:xfrm>
            <a:off x="8653882" y="4071823"/>
            <a:ext cx="29425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Piani &amp; Licenze</a:t>
            </a:r>
            <a:endParaRPr lang="en-US" sz="1100" dirty="0"/>
          </a:p>
        </p:txBody>
      </p:sp>
      <p:sp>
        <p:nvSpPr>
          <p:cNvPr id="55" name="Text 44"/>
          <p:cNvSpPr txBox="1"/>
          <p:nvPr/>
        </p:nvSpPr>
        <p:spPr>
          <a:xfrm>
            <a:off x="8653882" y="4317797"/>
            <a:ext cx="2905963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Business</a:t>
            </a: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(PMI &lt; 300 utenti) vs </a:t>
            </a:r>
            <a:r>
              <a:rPr lang="en-US" sz="9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Enterprise</a:t>
            </a: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(Grandi aziende). Piani diversi offrono livelli diversi di sicurezza e servizi.</a:t>
            </a:r>
            <a:endParaRPr lang="en-US" sz="900" dirty="0"/>
          </a:p>
        </p:txBody>
      </p:sp>
      <p:sp>
        <p:nvSpPr>
          <p:cNvPr id="56" name="Shape 45"/>
          <p:cNvSpPr/>
          <p:nvPr/>
        </p:nvSpPr>
        <p:spPr>
          <a:xfrm>
            <a:off x="4267505" y="5096866"/>
            <a:ext cx="3610051" cy="1028700"/>
          </a:xfrm>
          <a:prstGeom prst="roundRect">
            <a:avLst>
              <a:gd name="adj" fmla="val 8230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7" name="Shape 46"/>
          <p:cNvSpPr/>
          <p:nvPr/>
        </p:nvSpPr>
        <p:spPr>
          <a:xfrm>
            <a:off x="4267505" y="5096866"/>
            <a:ext cx="38405" cy="1028700"/>
          </a:xfrm>
          <a:prstGeom prst="roundRect">
            <a:avLst>
              <a:gd name="adj" fmla="val 220457"/>
            </a:avLst>
          </a:prstGeom>
          <a:solidFill>
            <a:srgbClr val="107C10"/>
          </a:solidFill>
          <a:ln w="12700">
            <a:solidFill>
              <a:srgbClr val="107C1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8" name="Shape 47"/>
          <p:cNvSpPr/>
          <p:nvPr/>
        </p:nvSpPr>
        <p:spPr>
          <a:xfrm>
            <a:off x="4448556" y="5240426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9" name="Image 9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4533595" y="5325466"/>
            <a:ext cx="171907" cy="171907"/>
          </a:xfrm>
          <a:prstGeom prst="rect">
            <a:avLst/>
          </a:prstGeom>
        </p:spPr>
      </p:pic>
      <p:sp>
        <p:nvSpPr>
          <p:cNvPr id="60" name="Text 48"/>
          <p:cNvSpPr txBox="1"/>
          <p:nvPr/>
        </p:nvSpPr>
        <p:spPr>
          <a:xfrm>
            <a:off x="4905756" y="5240426"/>
            <a:ext cx="29425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Sicurezza &amp; Versioning</a:t>
            </a:r>
            <a:endParaRPr lang="en-US" sz="1100" dirty="0"/>
          </a:p>
        </p:txBody>
      </p:sp>
      <p:sp>
        <p:nvSpPr>
          <p:cNvPr id="61" name="Text 49"/>
          <p:cNvSpPr txBox="1"/>
          <p:nvPr/>
        </p:nvSpPr>
        <p:spPr>
          <a:xfrm>
            <a:off x="4905756" y="5485486"/>
            <a:ext cx="2905963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Protezione dati con </a:t>
            </a:r>
            <a:r>
              <a:rPr lang="en-US" sz="9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MFA</a:t>
            </a: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 recupero file tramite </a:t>
            </a:r>
            <a:r>
              <a:rPr lang="en-US" sz="9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Cronologia Versioni</a:t>
            </a: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 Cestino (fino a 93 giorni).</a:t>
            </a:r>
            <a:endParaRPr lang="en-US" sz="900" dirty="0"/>
          </a:p>
        </p:txBody>
      </p:sp>
      <p:sp>
        <p:nvSpPr>
          <p:cNvPr id="62" name="Shape 50"/>
          <p:cNvSpPr/>
          <p:nvPr/>
        </p:nvSpPr>
        <p:spPr>
          <a:xfrm>
            <a:off x="8015630" y="5096866"/>
            <a:ext cx="3610051" cy="1028700"/>
          </a:xfrm>
          <a:prstGeom prst="roundRect">
            <a:avLst>
              <a:gd name="adj" fmla="val 8230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3" name="Shape 51"/>
          <p:cNvSpPr/>
          <p:nvPr/>
        </p:nvSpPr>
        <p:spPr>
          <a:xfrm>
            <a:off x="8015630" y="5096866"/>
            <a:ext cx="38405" cy="1028700"/>
          </a:xfrm>
          <a:prstGeom prst="roundRect">
            <a:avLst>
              <a:gd name="adj" fmla="val 220457"/>
            </a:avLst>
          </a:prstGeom>
          <a:solidFill>
            <a:srgbClr val="8764B8"/>
          </a:solidFill>
          <a:ln w="12700">
            <a:solidFill>
              <a:srgbClr val="8764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4" name="Shape 52"/>
          <p:cNvSpPr/>
          <p:nvPr/>
        </p:nvSpPr>
        <p:spPr>
          <a:xfrm>
            <a:off x="8196682" y="5240426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5" name="Image 10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8281721" y="5325466"/>
            <a:ext cx="171907" cy="171907"/>
          </a:xfrm>
          <a:prstGeom prst="rect">
            <a:avLst/>
          </a:prstGeom>
        </p:spPr>
      </p:pic>
      <p:sp>
        <p:nvSpPr>
          <p:cNvPr id="66" name="Text 53"/>
          <p:cNvSpPr txBox="1"/>
          <p:nvPr/>
        </p:nvSpPr>
        <p:spPr>
          <a:xfrm>
            <a:off x="8653882" y="5240426"/>
            <a:ext cx="29425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Integrazione</a:t>
            </a:r>
            <a:endParaRPr lang="en-US" sz="1100" dirty="0"/>
          </a:p>
        </p:txBody>
      </p:sp>
      <p:sp>
        <p:nvSpPr>
          <p:cNvPr id="67" name="Text 54"/>
          <p:cNvSpPr txBox="1"/>
          <p:nvPr/>
        </p:nvSpPr>
        <p:spPr>
          <a:xfrm>
            <a:off x="8653882" y="5485486"/>
            <a:ext cx="2905963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Tutto è connesso: un file in Teams è su SharePoint; un allegato in Outlook può essere un link OneDrive.</a:t>
            </a:r>
            <a:endParaRPr lang="en-US" sz="900" dirty="0"/>
          </a:p>
        </p:txBody>
      </p:sp>
      <p:pic>
        <p:nvPicPr>
          <p:cNvPr id="69" name="Immagine 68">
            <a:extLst>
              <a:ext uri="{FF2B5EF4-FFF2-40B4-BE49-F238E27FC236}">
                <a16:creationId xmlns:a16="http://schemas.microsoft.com/office/drawing/2014/main" id="{29D851FE-CF4E-049A-24F9-C9051A39E34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130241">
            <a:off x="268592" y="5446881"/>
            <a:ext cx="1454225" cy="120021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9810598" y="476402"/>
            <a:ext cx="2857500" cy="2857500"/>
          </a:xfrm>
          <a:prstGeom prst="ellipse">
            <a:avLst/>
          </a:prstGeom>
          <a:solidFill>
            <a:srgbClr val="E6F2FF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-476402" y="4953305"/>
            <a:ext cx="2381098" cy="2381098"/>
          </a:xfrm>
          <a:prstGeom prst="ellipse">
            <a:avLst/>
          </a:prstGeom>
          <a:solidFill>
            <a:srgbClr val="FDECE6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 txBox="1"/>
          <p:nvPr/>
        </p:nvSpPr>
        <p:spPr>
          <a:xfrm>
            <a:off x="-57607" y="6473038"/>
            <a:ext cx="123069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19F9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Fine Modulo M365 • Il percorso continua con l'Amministrazione SharePoint Online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 txBox="1"/>
          <p:nvPr/>
        </p:nvSpPr>
        <p:spPr>
          <a:xfrm>
            <a:off x="571500" y="152705"/>
            <a:ext cx="63825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Fine del Modulo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71500" y="381305"/>
            <a:ext cx="741944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Prossimo Modulo: SharePoint Online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10008108" y="276149"/>
            <a:ext cx="1619402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 t="-43" b="-43"/>
          <a:stretch/>
        </p:blipFill>
        <p:spPr>
          <a:xfrm>
            <a:off x="10208362" y="381305"/>
            <a:ext cx="133502" cy="152705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0456164" y="276149"/>
            <a:ext cx="10287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Continuazione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71500" y="1775765"/>
            <a:ext cx="5286146" cy="2143354"/>
          </a:xfrm>
          <a:prstGeom prst="roundRect">
            <a:avLst>
              <a:gd name="adj" fmla="val 2275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3"/>
          <p:cNvSpPr/>
          <p:nvPr/>
        </p:nvSpPr>
        <p:spPr>
          <a:xfrm>
            <a:off x="571500" y="1775765"/>
            <a:ext cx="47549" cy="2143354"/>
          </a:xfrm>
          <a:prstGeom prst="roundRect">
            <a:avLst>
              <a:gd name="adj" fmla="val 102564"/>
            </a:avLst>
          </a:prstGeom>
          <a:solidFill>
            <a:srgbClr val="107C10"/>
          </a:solidFill>
          <a:ln w="12700">
            <a:solidFill>
              <a:srgbClr val="107C1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4"/>
          <p:cNvSpPr txBox="1"/>
          <p:nvPr/>
        </p:nvSpPr>
        <p:spPr>
          <a:xfrm>
            <a:off x="1038758" y="2013509"/>
            <a:ext cx="46963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07C1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Competenze Acquisite (Microsoft 365) </a:t>
            </a:r>
            <a:endParaRPr lang="en-US" sz="14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57707" y="2060143"/>
            <a:ext cx="181051" cy="181051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981151" y="2430475"/>
            <a:ext cx="47539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Gestione Utenti e Portale Admin</a:t>
            </a:r>
            <a:endParaRPr lang="en-US" sz="11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57707" y="2477110"/>
            <a:ext cx="123444" cy="12344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981151" y="2743200"/>
            <a:ext cx="47539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Uso base di Teams, OneDrive ed Exchange</a:t>
            </a:r>
            <a:endParaRPr lang="en-US" sz="11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57707" y="2789834"/>
            <a:ext cx="123444" cy="12344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81151" y="3055925"/>
            <a:ext cx="47539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Comprensione dell'Ecosistema e Integrazione</a:t>
            </a:r>
            <a:endParaRPr lang="en-US" sz="11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57707" y="3102559"/>
            <a:ext cx="123444" cy="123444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981151" y="3367735"/>
            <a:ext cx="47539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Sicurezza e Configurazione base</a:t>
            </a:r>
            <a:endParaRPr lang="en-US" sz="110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57707" y="3414370"/>
            <a:ext cx="123444" cy="123444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571500" y="4204411"/>
            <a:ext cx="5286146" cy="1837944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/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8" name="Shape 20"/>
          <p:cNvSpPr/>
          <p:nvPr/>
        </p:nvSpPr>
        <p:spPr>
          <a:xfrm>
            <a:off x="571500" y="4204411"/>
            <a:ext cx="47549" cy="1837944"/>
          </a:xfrm>
          <a:prstGeom prst="roundRect">
            <a:avLst>
              <a:gd name="adj" fmla="val 119569"/>
            </a:avLst>
          </a:prstGeom>
          <a:solidFill>
            <a:srgbClr val="D83B01"/>
          </a:solidFill>
          <a:ln w="12700">
            <a:solidFill>
              <a:srgbClr val="D83B0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1"/>
          <p:cNvSpPr txBox="1"/>
          <p:nvPr/>
        </p:nvSpPr>
        <p:spPr>
          <a:xfrm>
            <a:off x="1038758" y="4442155"/>
            <a:ext cx="46963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83B0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Anticipazione Modulo Successivo </a:t>
            </a:r>
            <a:endParaRPr lang="en-US" sz="140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57707" y="4488790"/>
            <a:ext cx="181051" cy="181051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990295" y="4867352"/>
            <a:ext cx="47722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Amministrazione Avanzata:</a:t>
            </a: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Siti e Pagine</a:t>
            </a:r>
            <a:endParaRPr lang="en-US" sz="1100" dirty="0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7"/>
          <a:srcRect t="-1359" b="-1359"/>
          <a:stretch/>
        </p:blipFill>
        <p:spPr>
          <a:xfrm>
            <a:off x="857707" y="4905756"/>
            <a:ext cx="105156" cy="123444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1008583" y="5180076"/>
            <a:ext cx="47539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Gestione Contenuti:</a:t>
            </a: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Librerie, Metadati e Liste</a:t>
            </a:r>
            <a:endParaRPr lang="en-US" sz="1100" dirty="0"/>
          </a:p>
        </p:txBody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57707" y="5218481"/>
            <a:ext cx="123444" cy="123444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1018642" y="5492801"/>
            <a:ext cx="47439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Governance:</a:t>
            </a: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Permessi granulari e Sicurezza</a:t>
            </a:r>
            <a:endParaRPr lang="en-US" sz="1100" dirty="0"/>
          </a:p>
        </p:txBody>
      </p:sp>
      <p:pic>
        <p:nvPicPr>
          <p:cNvPr id="36" name="Image 9" descr="preencoded.png"/>
          <p:cNvPicPr>
            <a:picLocks noChangeAspect="1"/>
          </p:cNvPicPr>
          <p:nvPr/>
        </p:nvPicPr>
        <p:blipFill>
          <a:blip r:embed="rId9"/>
          <a:srcRect t="-2012" b="-2012"/>
          <a:stretch/>
        </p:blipFill>
        <p:spPr>
          <a:xfrm>
            <a:off x="857707" y="5531206"/>
            <a:ext cx="133502" cy="123444"/>
          </a:xfrm>
          <a:prstGeom prst="rect">
            <a:avLst/>
          </a:prstGeom>
        </p:spPr>
      </p:pic>
      <p:pic>
        <p:nvPicPr>
          <p:cNvPr id="37" name="Image 10" descr="preencoded.png"/>
          <p:cNvPicPr>
            <a:picLocks noChangeAspect="1"/>
          </p:cNvPicPr>
          <p:nvPr/>
        </p:nvPicPr>
        <p:blipFill>
          <a:blip r:embed="rId10"/>
          <a:srcRect t="-4" b="-4"/>
          <a:stretch/>
        </p:blipFill>
        <p:spPr>
          <a:xfrm>
            <a:off x="6334049" y="1975104"/>
            <a:ext cx="5286146" cy="3859682"/>
          </a:xfrm>
          <a:prstGeom prst="rect">
            <a:avLst/>
          </a:prstGeom>
        </p:spPr>
      </p:pic>
      <p:sp>
        <p:nvSpPr>
          <p:cNvPr id="38" name="Shape 25"/>
          <p:cNvSpPr/>
          <p:nvPr/>
        </p:nvSpPr>
        <p:spPr>
          <a:xfrm>
            <a:off x="11153851" y="2175358"/>
            <a:ext cx="57607" cy="57607"/>
          </a:xfrm>
          <a:prstGeom prst="ellipse">
            <a:avLst/>
          </a:prstGeom>
          <a:solidFill>
            <a:srgbClr val="C7E0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Shape 26"/>
          <p:cNvSpPr/>
          <p:nvPr/>
        </p:nvSpPr>
        <p:spPr>
          <a:xfrm>
            <a:off x="11259007" y="2175358"/>
            <a:ext cx="57607" cy="57607"/>
          </a:xfrm>
          <a:prstGeom prst="ellipse">
            <a:avLst/>
          </a:prstGeom>
          <a:solidFill>
            <a:srgbClr val="C7E0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Shape 27"/>
          <p:cNvSpPr/>
          <p:nvPr/>
        </p:nvSpPr>
        <p:spPr>
          <a:xfrm>
            <a:off x="11363249" y="2175358"/>
            <a:ext cx="57607" cy="57607"/>
          </a:xfrm>
          <a:prstGeom prst="ellipse">
            <a:avLst/>
          </a:prstGeom>
          <a:solidFill>
            <a:srgbClr val="C7E0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1" name="Shape 28"/>
          <p:cNvSpPr/>
          <p:nvPr/>
        </p:nvSpPr>
        <p:spPr>
          <a:xfrm>
            <a:off x="11153851" y="2280514"/>
            <a:ext cx="57607" cy="57607"/>
          </a:xfrm>
          <a:prstGeom prst="ellipse">
            <a:avLst/>
          </a:prstGeom>
          <a:solidFill>
            <a:srgbClr val="C7E0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Shape 29"/>
          <p:cNvSpPr/>
          <p:nvPr/>
        </p:nvSpPr>
        <p:spPr>
          <a:xfrm>
            <a:off x="11259007" y="2280514"/>
            <a:ext cx="57607" cy="57607"/>
          </a:xfrm>
          <a:prstGeom prst="ellipse">
            <a:avLst/>
          </a:prstGeom>
          <a:solidFill>
            <a:srgbClr val="C7E0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3" name="Shape 30"/>
          <p:cNvSpPr/>
          <p:nvPr/>
        </p:nvSpPr>
        <p:spPr>
          <a:xfrm>
            <a:off x="11363249" y="2280514"/>
            <a:ext cx="57607" cy="57607"/>
          </a:xfrm>
          <a:prstGeom prst="ellipse">
            <a:avLst/>
          </a:prstGeom>
          <a:solidFill>
            <a:srgbClr val="C7E0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Shape 31"/>
          <p:cNvSpPr/>
          <p:nvPr/>
        </p:nvSpPr>
        <p:spPr>
          <a:xfrm>
            <a:off x="11153851" y="2384755"/>
            <a:ext cx="57607" cy="57607"/>
          </a:xfrm>
          <a:prstGeom prst="ellipse">
            <a:avLst/>
          </a:prstGeom>
          <a:solidFill>
            <a:srgbClr val="C7E0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5" name="Shape 32"/>
          <p:cNvSpPr/>
          <p:nvPr/>
        </p:nvSpPr>
        <p:spPr>
          <a:xfrm>
            <a:off x="11259007" y="2384755"/>
            <a:ext cx="57607" cy="57607"/>
          </a:xfrm>
          <a:prstGeom prst="ellipse">
            <a:avLst/>
          </a:prstGeom>
          <a:solidFill>
            <a:srgbClr val="C7E0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6" name="Shape 33"/>
          <p:cNvSpPr/>
          <p:nvPr/>
        </p:nvSpPr>
        <p:spPr>
          <a:xfrm>
            <a:off x="11363249" y="2384755"/>
            <a:ext cx="57607" cy="57607"/>
          </a:xfrm>
          <a:prstGeom prst="ellipse">
            <a:avLst/>
          </a:prstGeom>
          <a:solidFill>
            <a:srgbClr val="C7E0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7" name="Shape 34"/>
          <p:cNvSpPr/>
          <p:nvPr/>
        </p:nvSpPr>
        <p:spPr>
          <a:xfrm>
            <a:off x="8406079" y="2365553"/>
            <a:ext cx="1143000" cy="1143000"/>
          </a:xfrm>
          <a:prstGeom prst="ellipse">
            <a:avLst/>
          </a:prstGeom>
          <a:solidFill>
            <a:srgbClr val="F0F9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8" name="Image 11" descr="preencoded.png"/>
          <p:cNvPicPr>
            <a:picLocks noChangeAspect="1"/>
          </p:cNvPicPr>
          <p:nvPr/>
        </p:nvPicPr>
        <p:blipFill>
          <a:blip r:embed="rId11"/>
          <a:srcRect l="-9" r="-9"/>
          <a:stretch/>
        </p:blipFill>
        <p:spPr>
          <a:xfrm>
            <a:off x="8643823" y="2556662"/>
            <a:ext cx="666598" cy="761695"/>
          </a:xfrm>
          <a:prstGeom prst="rect">
            <a:avLst/>
          </a:prstGeom>
        </p:spPr>
      </p:pic>
      <p:sp>
        <p:nvSpPr>
          <p:cNvPr id="49" name="Text 35"/>
          <p:cNvSpPr txBox="1"/>
          <p:nvPr/>
        </p:nvSpPr>
        <p:spPr>
          <a:xfrm>
            <a:off x="7258507" y="3699662"/>
            <a:ext cx="3440887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Verso SharePoint</a:t>
            </a:r>
            <a:endParaRPr lang="en-US" sz="2600" dirty="0"/>
          </a:p>
        </p:txBody>
      </p:sp>
      <p:sp>
        <p:nvSpPr>
          <p:cNvPr id="50" name="Text 36"/>
          <p:cNvSpPr txBox="1"/>
          <p:nvPr/>
        </p:nvSpPr>
        <p:spPr>
          <a:xfrm>
            <a:off x="6687007" y="4297680"/>
            <a:ext cx="4582058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Preparatevi ad approfondire il cuore della gestione documentale e della intranet aziendale.</a:t>
            </a:r>
            <a:endParaRPr lang="en-US" sz="1300" dirty="0"/>
          </a:p>
        </p:txBody>
      </p:sp>
      <p:sp>
        <p:nvSpPr>
          <p:cNvPr id="51" name="Shape 37"/>
          <p:cNvSpPr/>
          <p:nvPr/>
        </p:nvSpPr>
        <p:spPr>
          <a:xfrm>
            <a:off x="6991502" y="5086807"/>
            <a:ext cx="1314907" cy="362102"/>
          </a:xfrm>
          <a:prstGeom prst="roundRect">
            <a:avLst>
              <a:gd name="adj" fmla="val 132908"/>
            </a:avLst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2" name="Text 38"/>
          <p:cNvSpPr txBox="1"/>
          <p:nvPr/>
        </p:nvSpPr>
        <p:spPr>
          <a:xfrm>
            <a:off x="7033582" y="5079493"/>
            <a:ext cx="1371600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Struttura Siti</a:t>
            </a:r>
            <a:endParaRPr lang="en-US" sz="1000" dirty="0"/>
          </a:p>
        </p:txBody>
      </p:sp>
      <p:pic>
        <p:nvPicPr>
          <p:cNvPr id="53" name="Image 12" descr="preencoded.png"/>
          <p:cNvPicPr>
            <a:picLocks noChangeAspect="1"/>
          </p:cNvPicPr>
          <p:nvPr/>
        </p:nvPicPr>
        <p:blipFill>
          <a:blip r:embed="rId12"/>
          <a:srcRect l="-837" r="-837"/>
          <a:stretch/>
        </p:blipFill>
        <p:spPr>
          <a:xfrm>
            <a:off x="7144207" y="5198364"/>
            <a:ext cx="152705" cy="133502"/>
          </a:xfrm>
          <a:prstGeom prst="rect">
            <a:avLst/>
          </a:prstGeom>
        </p:spPr>
      </p:pic>
      <p:sp>
        <p:nvSpPr>
          <p:cNvPr id="54" name="Shape 39"/>
          <p:cNvSpPr/>
          <p:nvPr/>
        </p:nvSpPr>
        <p:spPr>
          <a:xfrm>
            <a:off x="8443570" y="5086807"/>
            <a:ext cx="1086307" cy="362102"/>
          </a:xfrm>
          <a:prstGeom prst="roundRect">
            <a:avLst>
              <a:gd name="adj" fmla="val 132908"/>
            </a:avLst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5" name="Text 40"/>
          <p:cNvSpPr txBox="1"/>
          <p:nvPr/>
        </p:nvSpPr>
        <p:spPr>
          <a:xfrm>
            <a:off x="8506671" y="5076716"/>
            <a:ext cx="1143000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Permessi</a:t>
            </a:r>
            <a:endParaRPr lang="en-US" sz="1000" dirty="0"/>
          </a:p>
        </p:txBody>
      </p:sp>
      <p:pic>
        <p:nvPicPr>
          <p:cNvPr id="56" name="Image 13" descr="preencoded.png"/>
          <p:cNvPicPr>
            <a:picLocks noChangeAspect="1"/>
          </p:cNvPicPr>
          <p:nvPr/>
        </p:nvPicPr>
        <p:blipFill>
          <a:blip r:embed="rId13"/>
          <a:srcRect l="-1507" r="-1507"/>
          <a:stretch/>
        </p:blipFill>
        <p:spPr>
          <a:xfrm>
            <a:off x="8595360" y="5198364"/>
            <a:ext cx="171907" cy="133502"/>
          </a:xfrm>
          <a:prstGeom prst="rect">
            <a:avLst/>
          </a:prstGeom>
        </p:spPr>
      </p:pic>
      <p:sp>
        <p:nvSpPr>
          <p:cNvPr id="57" name="Shape 41"/>
          <p:cNvSpPr/>
          <p:nvPr/>
        </p:nvSpPr>
        <p:spPr>
          <a:xfrm>
            <a:off x="9666122" y="5086807"/>
            <a:ext cx="1304849" cy="362102"/>
          </a:xfrm>
          <a:prstGeom prst="roundRect">
            <a:avLst>
              <a:gd name="adj" fmla="val 132908"/>
            </a:avLst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8" name="Text 42"/>
          <p:cNvSpPr txBox="1"/>
          <p:nvPr/>
        </p:nvSpPr>
        <p:spPr>
          <a:xfrm>
            <a:off x="9699024" y="5098694"/>
            <a:ext cx="1362456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23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Documentale</a:t>
            </a:r>
            <a:endParaRPr lang="en-US" sz="1000" dirty="0"/>
          </a:p>
        </p:txBody>
      </p:sp>
      <p:pic>
        <p:nvPicPr>
          <p:cNvPr id="59" name="Image 14" descr="preencoded.png"/>
          <p:cNvPicPr>
            <a:picLocks noChangeAspect="1"/>
          </p:cNvPicPr>
          <p:nvPr/>
        </p:nvPicPr>
        <p:blipFill>
          <a:blip r:embed="rId14"/>
          <a:srcRect l="-2512" r="-2512"/>
          <a:stretch/>
        </p:blipFill>
        <p:spPr>
          <a:xfrm>
            <a:off x="9818827" y="5198364"/>
            <a:ext cx="105156" cy="1335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</TotalTime>
  <Words>2582</Words>
  <Application>Microsoft Office PowerPoint</Application>
  <PresentationFormat>Widescreen</PresentationFormat>
  <Paragraphs>457</Paragraphs>
  <Slides>23</Slides>
  <Notes>22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23</vt:i4>
      </vt:variant>
    </vt:vector>
  </HeadingPairs>
  <TitlesOfParts>
    <vt:vector size="31" baseType="lpstr">
      <vt:lpstr>Aptos</vt:lpstr>
      <vt:lpstr>Arial</vt:lpstr>
      <vt:lpstr>Calibri</vt:lpstr>
      <vt:lpstr>Century Gothic</vt:lpstr>
      <vt:lpstr>Montserrat</vt:lpstr>
      <vt:lpstr>Open Sans</vt:lpstr>
      <vt:lpstr>Segoe UI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Novembre Matteo</cp:lastModifiedBy>
  <cp:revision>1</cp:revision>
  <dcterms:created xsi:type="dcterms:W3CDTF">2026-02-02T10:13:32Z</dcterms:created>
  <dcterms:modified xsi:type="dcterms:W3CDTF">2026-02-23T07:58:02Z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bf4bb52-9e9d-4296-940a-59002820a53c_Enabled">
    <vt:lpwstr>true</vt:lpwstr>
  </property>
  <property fmtid="{D5CDD505-2E9C-101B-9397-08002B2CF9AE}" pid="3" name="MSIP_Label_5bf4bb52-9e9d-4296-940a-59002820a53c_SetDate">
    <vt:lpwstr>2026-02-02T10:17:13Z</vt:lpwstr>
  </property>
  <property fmtid="{D5CDD505-2E9C-101B-9397-08002B2CF9AE}" pid="4" name="MSIP_Label_5bf4bb52-9e9d-4296-940a-59002820a53c_Method">
    <vt:lpwstr>Standard</vt:lpwstr>
  </property>
  <property fmtid="{D5CDD505-2E9C-101B-9397-08002B2CF9AE}" pid="5" name="MSIP_Label_5bf4bb52-9e9d-4296-940a-59002820a53c_Name">
    <vt:lpwstr>5bf4bb52-9e9d-4296-940a-59002820a53c</vt:lpwstr>
  </property>
  <property fmtid="{D5CDD505-2E9C-101B-9397-08002B2CF9AE}" pid="6" name="MSIP_Label_5bf4bb52-9e9d-4296-940a-59002820a53c_SiteId">
    <vt:lpwstr>cbeb3ecc-6f45-4183-b5a8-088140deae5d</vt:lpwstr>
  </property>
  <property fmtid="{D5CDD505-2E9C-101B-9397-08002B2CF9AE}" pid="7" name="MSIP_Label_5bf4bb52-9e9d-4296-940a-59002820a53c_ActionId">
    <vt:lpwstr>8e2d968e-8f40-47fc-89d0-762050174f01</vt:lpwstr>
  </property>
  <property fmtid="{D5CDD505-2E9C-101B-9397-08002B2CF9AE}" pid="8" name="MSIP_Label_5bf4bb52-9e9d-4296-940a-59002820a53c_ContentBits">
    <vt:lpwstr>0</vt:lpwstr>
  </property>
  <property fmtid="{D5CDD505-2E9C-101B-9397-08002B2CF9AE}" pid="9" name="MSIP_Label_5bf4bb52-9e9d-4296-940a-59002820a53c_Tag">
    <vt:lpwstr>10, 3, 0, 1</vt:lpwstr>
  </property>
</Properties>
</file>